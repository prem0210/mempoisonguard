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505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497" r:id="rId9"/>
    <p:sldId id="2147470506" r:id="rId10"/>
    <p:sldId id="2147470508" r:id="rId11"/>
    <p:sldId id="2147470509" r:id="rId12"/>
    <p:sldId id="2147470499" r:id="rId13"/>
    <p:sldId id="2147470507" r:id="rId14"/>
    <p:sldId id="2147470502" r:id="rId15"/>
    <p:sldId id="214747050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#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CE949F-B620-4412-A4FA-DC77BE3665C6}" type="doc">
      <dgm:prSet loTypeId="urn:microsoft.com/office/officeart/2005/8/layout/process1" loCatId="process" qsTypeId="urn:microsoft.com/office/officeart/2005/8/quickstyle/simple1#1" qsCatId="simple" csTypeId="urn:microsoft.com/office/officeart/2005/8/colors/accent1_1#1" csCatId="accent1" phldr="1"/>
      <dgm:spPr/>
    </dgm:pt>
    <dgm:pt modelId="{D53B00E8-9102-4FE4-ABC2-B059F1E04566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Capture</a:t>
          </a:r>
        </a:p>
      </dgm:t>
    </dgm:pt>
    <dgm:pt modelId="{D1D9AB06-5D11-4A07-92BC-D97385C746F9}" type="parTrans" cxnId="{272163D0-41D2-4E20-AD09-DB674EABBD34}">
      <dgm:prSet/>
      <dgm:spPr/>
      <dgm:t>
        <a:bodyPr/>
        <a:lstStyle/>
        <a:p>
          <a:endParaRPr lang="en-IN"/>
        </a:p>
      </dgm:t>
    </dgm:pt>
    <dgm:pt modelId="{F9B29A95-0423-4F69-96FD-98367546A92C}" type="sibTrans" cxnId="{272163D0-41D2-4E20-AD09-DB674EABBD34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F523A1BA-2796-42C5-BB6B-6C315825B132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Detect</a:t>
          </a:r>
        </a:p>
      </dgm:t>
    </dgm:pt>
    <dgm:pt modelId="{FF5D01A0-FE75-4954-9639-DE747CB94030}" type="parTrans" cxnId="{FC598C6B-F23B-4A3A-91F7-7C0FCF158AAD}">
      <dgm:prSet/>
      <dgm:spPr/>
      <dgm:t>
        <a:bodyPr/>
        <a:lstStyle/>
        <a:p>
          <a:endParaRPr lang="en-IN"/>
        </a:p>
      </dgm:t>
    </dgm:pt>
    <dgm:pt modelId="{96AD02EF-0DC1-442F-94B6-2489EC420AF9}" type="sibTrans" cxnId="{FC598C6B-F23B-4A3A-91F7-7C0FCF158AAD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04E491B7-4FF1-44BA-9E25-F879FD98B2F0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Compare</a:t>
          </a:r>
        </a:p>
      </dgm:t>
    </dgm:pt>
    <dgm:pt modelId="{079DF316-7343-4343-9943-E3512E50867E}" type="parTrans" cxnId="{640E6833-748D-4330-B7AD-85E6DC0E084A}">
      <dgm:prSet/>
      <dgm:spPr/>
      <dgm:t>
        <a:bodyPr/>
        <a:lstStyle/>
        <a:p>
          <a:endParaRPr lang="en-IN"/>
        </a:p>
      </dgm:t>
    </dgm:pt>
    <dgm:pt modelId="{0127695B-B6FB-46FE-AF33-4648CA218DC3}" type="sibTrans" cxnId="{640E6833-748D-4330-B7AD-85E6DC0E084A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4955BF7D-C5C5-405F-A9CF-DE580E5CE7C5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Score</a:t>
          </a:r>
        </a:p>
      </dgm:t>
    </dgm:pt>
    <dgm:pt modelId="{6C503DE5-5C40-4459-A6F5-717FB0B4BD91}" type="parTrans" cxnId="{F0FEF448-FB8A-4B0F-B148-D824909FECF5}">
      <dgm:prSet/>
      <dgm:spPr/>
      <dgm:t>
        <a:bodyPr/>
        <a:lstStyle/>
        <a:p>
          <a:endParaRPr lang="en-IN"/>
        </a:p>
      </dgm:t>
    </dgm:pt>
    <dgm:pt modelId="{3009E545-4E39-427E-B015-43215FAF750A}" type="sibTrans" cxnId="{F0FEF448-FB8A-4B0F-B148-D824909FECF5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C0D67607-C916-4F4A-B54F-06A251804C08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Classify</a:t>
          </a:r>
        </a:p>
      </dgm:t>
    </dgm:pt>
    <dgm:pt modelId="{EEAC8F88-AC56-407D-A754-5371B578EBEA}" type="parTrans" cxnId="{18FBB2D0-2C5D-4F0B-BD64-389B1E9A3045}">
      <dgm:prSet/>
      <dgm:spPr/>
      <dgm:t>
        <a:bodyPr/>
        <a:lstStyle/>
        <a:p>
          <a:endParaRPr lang="en-IN"/>
        </a:p>
      </dgm:t>
    </dgm:pt>
    <dgm:pt modelId="{597307D9-91F9-47CC-A2C0-9A82EEC7CA17}" type="sibTrans" cxnId="{18FBB2D0-2C5D-4F0B-BD64-389B1E9A3045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1C76438F-DD9F-4E4B-9B87-A8C601E86401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Retrieve</a:t>
          </a:r>
        </a:p>
      </dgm:t>
    </dgm:pt>
    <dgm:pt modelId="{CF8567FB-5FFE-4473-91C3-F9E770421157}" type="parTrans" cxnId="{E6991278-AB36-4580-838A-2C96D3C523AC}">
      <dgm:prSet/>
      <dgm:spPr/>
      <dgm:t>
        <a:bodyPr/>
        <a:lstStyle/>
        <a:p>
          <a:endParaRPr lang="en-IN"/>
        </a:p>
      </dgm:t>
    </dgm:pt>
    <dgm:pt modelId="{24B3B03B-5142-46AF-B4BD-4898AD6AEF08}" type="sibTrans" cxnId="{E6991278-AB36-4580-838A-2C96D3C523AC}">
      <dgm:prSet/>
      <dgm:spPr/>
      <dgm:t>
        <a:bodyPr/>
        <a:lstStyle/>
        <a:p>
          <a:endParaRPr lang="en-IN"/>
        </a:p>
      </dgm:t>
    </dgm:pt>
    <dgm:pt modelId="{80CDF002-BBE4-4704-88F9-707D3A483326}" type="pres">
      <dgm:prSet presAssocID="{A3CE949F-B620-4412-A4FA-DC77BE3665C6}" presName="Name0" presStyleCnt="0">
        <dgm:presLayoutVars>
          <dgm:dir/>
          <dgm:resizeHandles val="exact"/>
        </dgm:presLayoutVars>
      </dgm:prSet>
      <dgm:spPr/>
    </dgm:pt>
    <dgm:pt modelId="{CD26C582-0362-43E7-B30F-B27EA509B002}" type="pres">
      <dgm:prSet presAssocID="{D53B00E8-9102-4FE4-ABC2-B059F1E04566}" presName="node" presStyleLbl="node1" presStyleIdx="0" presStyleCnt="6">
        <dgm:presLayoutVars>
          <dgm:bulletEnabled val="1"/>
        </dgm:presLayoutVars>
      </dgm:prSet>
      <dgm:spPr/>
    </dgm:pt>
    <dgm:pt modelId="{30C73709-52B4-416D-BE86-18E5C450DDC8}" type="pres">
      <dgm:prSet presAssocID="{F9B29A95-0423-4F69-96FD-98367546A92C}" presName="sibTrans" presStyleLbl="sibTrans2D1" presStyleIdx="0" presStyleCnt="5"/>
      <dgm:spPr/>
    </dgm:pt>
    <dgm:pt modelId="{1392045D-E6C0-495E-9255-B05AC7303CB9}" type="pres">
      <dgm:prSet presAssocID="{F9B29A95-0423-4F69-96FD-98367546A92C}" presName="connectorText" presStyleLbl="sibTrans2D1" presStyleIdx="0" presStyleCnt="5"/>
      <dgm:spPr/>
    </dgm:pt>
    <dgm:pt modelId="{B525C074-D843-486C-98DF-0D6919525974}" type="pres">
      <dgm:prSet presAssocID="{F523A1BA-2796-42C5-BB6B-6C315825B132}" presName="node" presStyleLbl="node1" presStyleIdx="1" presStyleCnt="6">
        <dgm:presLayoutVars>
          <dgm:bulletEnabled val="1"/>
        </dgm:presLayoutVars>
      </dgm:prSet>
      <dgm:spPr/>
    </dgm:pt>
    <dgm:pt modelId="{7D31CBF8-1D2D-4D17-B60B-DEF3135E3095}" type="pres">
      <dgm:prSet presAssocID="{96AD02EF-0DC1-442F-94B6-2489EC420AF9}" presName="sibTrans" presStyleLbl="sibTrans2D1" presStyleIdx="1" presStyleCnt="5"/>
      <dgm:spPr/>
    </dgm:pt>
    <dgm:pt modelId="{EDDC1FCF-5308-4197-87FC-8F761D78E197}" type="pres">
      <dgm:prSet presAssocID="{96AD02EF-0DC1-442F-94B6-2489EC420AF9}" presName="connectorText" presStyleLbl="sibTrans2D1" presStyleIdx="1" presStyleCnt="5"/>
      <dgm:spPr/>
    </dgm:pt>
    <dgm:pt modelId="{0105C7C6-4EEB-46C8-B985-D7876CE41B62}" type="pres">
      <dgm:prSet presAssocID="{04E491B7-4FF1-44BA-9E25-F879FD98B2F0}" presName="node" presStyleLbl="node1" presStyleIdx="2" presStyleCnt="6">
        <dgm:presLayoutVars>
          <dgm:bulletEnabled val="1"/>
        </dgm:presLayoutVars>
      </dgm:prSet>
      <dgm:spPr/>
    </dgm:pt>
    <dgm:pt modelId="{571061D9-AF08-4776-82DE-DA65EA1808DB}" type="pres">
      <dgm:prSet presAssocID="{0127695B-B6FB-46FE-AF33-4648CA218DC3}" presName="sibTrans" presStyleLbl="sibTrans2D1" presStyleIdx="2" presStyleCnt="5"/>
      <dgm:spPr/>
    </dgm:pt>
    <dgm:pt modelId="{EAFEC638-C751-48CA-A56B-FA8E55B10BD2}" type="pres">
      <dgm:prSet presAssocID="{0127695B-B6FB-46FE-AF33-4648CA218DC3}" presName="connectorText" presStyleLbl="sibTrans2D1" presStyleIdx="2" presStyleCnt="5"/>
      <dgm:spPr/>
    </dgm:pt>
    <dgm:pt modelId="{BC015356-BAB0-4875-BA4D-B92FCF541112}" type="pres">
      <dgm:prSet presAssocID="{4955BF7D-C5C5-405F-A9CF-DE580E5CE7C5}" presName="node" presStyleLbl="node1" presStyleIdx="3" presStyleCnt="6">
        <dgm:presLayoutVars>
          <dgm:bulletEnabled val="1"/>
        </dgm:presLayoutVars>
      </dgm:prSet>
      <dgm:spPr/>
    </dgm:pt>
    <dgm:pt modelId="{D3D91972-E20F-4FD1-9951-66504E187BA1}" type="pres">
      <dgm:prSet presAssocID="{3009E545-4E39-427E-B015-43215FAF750A}" presName="sibTrans" presStyleLbl="sibTrans2D1" presStyleIdx="3" presStyleCnt="5"/>
      <dgm:spPr/>
    </dgm:pt>
    <dgm:pt modelId="{FDEA5AFD-7C22-413F-AB42-081EC1A7ABE3}" type="pres">
      <dgm:prSet presAssocID="{3009E545-4E39-427E-B015-43215FAF750A}" presName="connectorText" presStyleLbl="sibTrans2D1" presStyleIdx="3" presStyleCnt="5"/>
      <dgm:spPr/>
    </dgm:pt>
    <dgm:pt modelId="{47076E99-36A0-4534-9101-CBDE6129ED5E}" type="pres">
      <dgm:prSet presAssocID="{C0D67607-C916-4F4A-B54F-06A251804C08}" presName="node" presStyleLbl="node1" presStyleIdx="4" presStyleCnt="6">
        <dgm:presLayoutVars>
          <dgm:bulletEnabled val="1"/>
        </dgm:presLayoutVars>
      </dgm:prSet>
      <dgm:spPr/>
    </dgm:pt>
    <dgm:pt modelId="{96FF835D-0285-4B6E-B0E1-E1FBE12417AF}" type="pres">
      <dgm:prSet presAssocID="{597307D9-91F9-47CC-A2C0-9A82EEC7CA17}" presName="sibTrans" presStyleLbl="sibTrans2D1" presStyleIdx="4" presStyleCnt="5"/>
      <dgm:spPr/>
    </dgm:pt>
    <dgm:pt modelId="{2804C76F-63B2-479B-A76E-2BA99540DD87}" type="pres">
      <dgm:prSet presAssocID="{597307D9-91F9-47CC-A2C0-9A82EEC7CA17}" presName="connectorText" presStyleLbl="sibTrans2D1" presStyleIdx="4" presStyleCnt="5"/>
      <dgm:spPr/>
    </dgm:pt>
    <dgm:pt modelId="{7A7519D6-1E45-455A-8E0A-5098FB71A6FE}" type="pres">
      <dgm:prSet presAssocID="{1C76438F-DD9F-4E4B-9B87-A8C601E86401}" presName="node" presStyleLbl="node1" presStyleIdx="5" presStyleCnt="6">
        <dgm:presLayoutVars>
          <dgm:bulletEnabled val="1"/>
        </dgm:presLayoutVars>
      </dgm:prSet>
      <dgm:spPr/>
    </dgm:pt>
  </dgm:ptLst>
  <dgm:cxnLst>
    <dgm:cxn modelId="{DB2D671B-A964-4F67-8EB5-4B877F3CAD8F}" type="presOf" srcId="{0127695B-B6FB-46FE-AF33-4648CA218DC3}" destId="{EAFEC638-C751-48CA-A56B-FA8E55B10BD2}" srcOrd="1" destOrd="0" presId="urn:microsoft.com/office/officeart/2005/8/layout/process1"/>
    <dgm:cxn modelId="{640E6833-748D-4330-B7AD-85E6DC0E084A}" srcId="{A3CE949F-B620-4412-A4FA-DC77BE3665C6}" destId="{04E491B7-4FF1-44BA-9E25-F879FD98B2F0}" srcOrd="2" destOrd="0" parTransId="{079DF316-7343-4343-9943-E3512E50867E}" sibTransId="{0127695B-B6FB-46FE-AF33-4648CA218DC3}"/>
    <dgm:cxn modelId="{F0FEF448-FB8A-4B0F-B148-D824909FECF5}" srcId="{A3CE949F-B620-4412-A4FA-DC77BE3665C6}" destId="{4955BF7D-C5C5-405F-A9CF-DE580E5CE7C5}" srcOrd="3" destOrd="0" parTransId="{6C503DE5-5C40-4459-A6F5-717FB0B4BD91}" sibTransId="{3009E545-4E39-427E-B015-43215FAF750A}"/>
    <dgm:cxn modelId="{FC598C6B-F23B-4A3A-91F7-7C0FCF158AAD}" srcId="{A3CE949F-B620-4412-A4FA-DC77BE3665C6}" destId="{F523A1BA-2796-42C5-BB6B-6C315825B132}" srcOrd="1" destOrd="0" parTransId="{FF5D01A0-FE75-4954-9639-DE747CB94030}" sibTransId="{96AD02EF-0DC1-442F-94B6-2489EC420AF9}"/>
    <dgm:cxn modelId="{835B5556-601D-454C-A717-07C108807AB4}" type="presOf" srcId="{4955BF7D-C5C5-405F-A9CF-DE580E5CE7C5}" destId="{BC015356-BAB0-4875-BA4D-B92FCF541112}" srcOrd="0" destOrd="0" presId="urn:microsoft.com/office/officeart/2005/8/layout/process1"/>
    <dgm:cxn modelId="{E6991278-AB36-4580-838A-2C96D3C523AC}" srcId="{A3CE949F-B620-4412-A4FA-DC77BE3665C6}" destId="{1C76438F-DD9F-4E4B-9B87-A8C601E86401}" srcOrd="5" destOrd="0" parTransId="{CF8567FB-5FFE-4473-91C3-F9E770421157}" sibTransId="{24B3B03B-5142-46AF-B4BD-4898AD6AEF08}"/>
    <dgm:cxn modelId="{9A8E2280-6F95-4D1B-8A37-94C601647F27}" type="presOf" srcId="{1C76438F-DD9F-4E4B-9B87-A8C601E86401}" destId="{7A7519D6-1E45-455A-8E0A-5098FB71A6FE}" srcOrd="0" destOrd="0" presId="urn:microsoft.com/office/officeart/2005/8/layout/process1"/>
    <dgm:cxn modelId="{5ACDA18B-F62B-4708-BFB4-26F2A6849A3D}" type="presOf" srcId="{F523A1BA-2796-42C5-BB6B-6C315825B132}" destId="{B525C074-D843-486C-98DF-0D6919525974}" srcOrd="0" destOrd="0" presId="urn:microsoft.com/office/officeart/2005/8/layout/process1"/>
    <dgm:cxn modelId="{930BD392-00F6-4569-8014-4978475E1EB7}" type="presOf" srcId="{3009E545-4E39-427E-B015-43215FAF750A}" destId="{D3D91972-E20F-4FD1-9951-66504E187BA1}" srcOrd="0" destOrd="0" presId="urn:microsoft.com/office/officeart/2005/8/layout/process1"/>
    <dgm:cxn modelId="{96466F9F-6F42-4BAF-81FC-2146C7951BC9}" type="presOf" srcId="{F9B29A95-0423-4F69-96FD-98367546A92C}" destId="{30C73709-52B4-416D-BE86-18E5C450DDC8}" srcOrd="0" destOrd="0" presId="urn:microsoft.com/office/officeart/2005/8/layout/process1"/>
    <dgm:cxn modelId="{7FB6C1A1-2A87-44E0-9204-F46930E64C0B}" type="presOf" srcId="{D53B00E8-9102-4FE4-ABC2-B059F1E04566}" destId="{CD26C582-0362-43E7-B30F-B27EA509B002}" srcOrd="0" destOrd="0" presId="urn:microsoft.com/office/officeart/2005/8/layout/process1"/>
    <dgm:cxn modelId="{AC3FD5A8-7A43-428A-971E-1F0B10F5A092}" type="presOf" srcId="{0127695B-B6FB-46FE-AF33-4648CA218DC3}" destId="{571061D9-AF08-4776-82DE-DA65EA1808DB}" srcOrd="0" destOrd="0" presId="urn:microsoft.com/office/officeart/2005/8/layout/process1"/>
    <dgm:cxn modelId="{0986E5B3-D7DA-422F-B834-514D34CA9750}" type="presOf" srcId="{A3CE949F-B620-4412-A4FA-DC77BE3665C6}" destId="{80CDF002-BBE4-4704-88F9-707D3A483326}" srcOrd="0" destOrd="0" presId="urn:microsoft.com/office/officeart/2005/8/layout/process1"/>
    <dgm:cxn modelId="{6F0E61B7-0DCC-49FC-8429-6EDE57779C65}" type="presOf" srcId="{C0D67607-C916-4F4A-B54F-06A251804C08}" destId="{47076E99-36A0-4534-9101-CBDE6129ED5E}" srcOrd="0" destOrd="0" presId="urn:microsoft.com/office/officeart/2005/8/layout/process1"/>
    <dgm:cxn modelId="{4DF7F1CB-805A-4001-BB34-5E942DACF21E}" type="presOf" srcId="{F9B29A95-0423-4F69-96FD-98367546A92C}" destId="{1392045D-E6C0-495E-9255-B05AC7303CB9}" srcOrd="1" destOrd="0" presId="urn:microsoft.com/office/officeart/2005/8/layout/process1"/>
    <dgm:cxn modelId="{272163D0-41D2-4E20-AD09-DB674EABBD34}" srcId="{A3CE949F-B620-4412-A4FA-DC77BE3665C6}" destId="{D53B00E8-9102-4FE4-ABC2-B059F1E04566}" srcOrd="0" destOrd="0" parTransId="{D1D9AB06-5D11-4A07-92BC-D97385C746F9}" sibTransId="{F9B29A95-0423-4F69-96FD-98367546A92C}"/>
    <dgm:cxn modelId="{18FBB2D0-2C5D-4F0B-BD64-389B1E9A3045}" srcId="{A3CE949F-B620-4412-A4FA-DC77BE3665C6}" destId="{C0D67607-C916-4F4A-B54F-06A251804C08}" srcOrd="4" destOrd="0" parTransId="{EEAC8F88-AC56-407D-A754-5371B578EBEA}" sibTransId="{597307D9-91F9-47CC-A2C0-9A82EEC7CA17}"/>
    <dgm:cxn modelId="{CC6771D5-77E0-40C8-AE15-F42A9FCF770E}" type="presOf" srcId="{96AD02EF-0DC1-442F-94B6-2489EC420AF9}" destId="{EDDC1FCF-5308-4197-87FC-8F761D78E197}" srcOrd="1" destOrd="0" presId="urn:microsoft.com/office/officeart/2005/8/layout/process1"/>
    <dgm:cxn modelId="{EA495DE5-463E-4692-BD9E-38EF52C189A9}" type="presOf" srcId="{597307D9-91F9-47CC-A2C0-9A82EEC7CA17}" destId="{2804C76F-63B2-479B-A76E-2BA99540DD87}" srcOrd="1" destOrd="0" presId="urn:microsoft.com/office/officeart/2005/8/layout/process1"/>
    <dgm:cxn modelId="{20BF40F2-56D3-4A2C-A0A1-D7305F9128C0}" type="presOf" srcId="{597307D9-91F9-47CC-A2C0-9A82EEC7CA17}" destId="{96FF835D-0285-4B6E-B0E1-E1FBE12417AF}" srcOrd="0" destOrd="0" presId="urn:microsoft.com/office/officeart/2005/8/layout/process1"/>
    <dgm:cxn modelId="{394870FB-5822-4177-821B-624337E3DA7E}" type="presOf" srcId="{96AD02EF-0DC1-442F-94B6-2489EC420AF9}" destId="{7D31CBF8-1D2D-4D17-B60B-DEF3135E3095}" srcOrd="0" destOrd="0" presId="urn:microsoft.com/office/officeart/2005/8/layout/process1"/>
    <dgm:cxn modelId="{2ECA57FD-EF0F-4BAE-B416-7C439B4B98CD}" type="presOf" srcId="{3009E545-4E39-427E-B015-43215FAF750A}" destId="{FDEA5AFD-7C22-413F-AB42-081EC1A7ABE3}" srcOrd="1" destOrd="0" presId="urn:microsoft.com/office/officeart/2005/8/layout/process1"/>
    <dgm:cxn modelId="{43F72FFF-A61E-42E6-B8DD-7A8738DEA2B3}" type="presOf" srcId="{04E491B7-4FF1-44BA-9E25-F879FD98B2F0}" destId="{0105C7C6-4EEB-46C8-B985-D7876CE41B62}" srcOrd="0" destOrd="0" presId="urn:microsoft.com/office/officeart/2005/8/layout/process1"/>
    <dgm:cxn modelId="{4EB8309C-8E65-4236-93A2-30617D5338C0}" type="presParOf" srcId="{80CDF002-BBE4-4704-88F9-707D3A483326}" destId="{CD26C582-0362-43E7-B30F-B27EA509B002}" srcOrd="0" destOrd="0" presId="urn:microsoft.com/office/officeart/2005/8/layout/process1"/>
    <dgm:cxn modelId="{D67C7C46-86AC-4F3F-9C7C-46FE8A9E72F6}" type="presParOf" srcId="{80CDF002-BBE4-4704-88F9-707D3A483326}" destId="{30C73709-52B4-416D-BE86-18E5C450DDC8}" srcOrd="1" destOrd="0" presId="urn:microsoft.com/office/officeart/2005/8/layout/process1"/>
    <dgm:cxn modelId="{1E918AD0-CA81-4101-9CE1-1192D3E2D324}" type="presParOf" srcId="{30C73709-52B4-416D-BE86-18E5C450DDC8}" destId="{1392045D-E6C0-495E-9255-B05AC7303CB9}" srcOrd="0" destOrd="0" presId="urn:microsoft.com/office/officeart/2005/8/layout/process1"/>
    <dgm:cxn modelId="{FEEBC690-B705-42F0-8089-6F5A69331AFB}" type="presParOf" srcId="{80CDF002-BBE4-4704-88F9-707D3A483326}" destId="{B525C074-D843-486C-98DF-0D6919525974}" srcOrd="2" destOrd="0" presId="urn:microsoft.com/office/officeart/2005/8/layout/process1"/>
    <dgm:cxn modelId="{11D4489E-F94B-409F-B589-9E854AB82671}" type="presParOf" srcId="{80CDF002-BBE4-4704-88F9-707D3A483326}" destId="{7D31CBF8-1D2D-4D17-B60B-DEF3135E3095}" srcOrd="3" destOrd="0" presId="urn:microsoft.com/office/officeart/2005/8/layout/process1"/>
    <dgm:cxn modelId="{BE879524-F54F-4EFA-A264-D8EA1695CBDA}" type="presParOf" srcId="{7D31CBF8-1D2D-4D17-B60B-DEF3135E3095}" destId="{EDDC1FCF-5308-4197-87FC-8F761D78E197}" srcOrd="0" destOrd="0" presId="urn:microsoft.com/office/officeart/2005/8/layout/process1"/>
    <dgm:cxn modelId="{E7844695-E6C8-45E5-BC23-CEF2FB565C47}" type="presParOf" srcId="{80CDF002-BBE4-4704-88F9-707D3A483326}" destId="{0105C7C6-4EEB-46C8-B985-D7876CE41B62}" srcOrd="4" destOrd="0" presId="urn:microsoft.com/office/officeart/2005/8/layout/process1"/>
    <dgm:cxn modelId="{E91BC405-DA7B-475B-85FA-C61AC371652C}" type="presParOf" srcId="{80CDF002-BBE4-4704-88F9-707D3A483326}" destId="{571061D9-AF08-4776-82DE-DA65EA1808DB}" srcOrd="5" destOrd="0" presId="urn:microsoft.com/office/officeart/2005/8/layout/process1"/>
    <dgm:cxn modelId="{7485BF5E-8E44-4EEF-B3AA-8731177E5CEB}" type="presParOf" srcId="{571061D9-AF08-4776-82DE-DA65EA1808DB}" destId="{EAFEC638-C751-48CA-A56B-FA8E55B10BD2}" srcOrd="0" destOrd="0" presId="urn:microsoft.com/office/officeart/2005/8/layout/process1"/>
    <dgm:cxn modelId="{A8338964-226F-4BF2-A8D7-9F5B9C15B8F5}" type="presParOf" srcId="{80CDF002-BBE4-4704-88F9-707D3A483326}" destId="{BC015356-BAB0-4875-BA4D-B92FCF541112}" srcOrd="6" destOrd="0" presId="urn:microsoft.com/office/officeart/2005/8/layout/process1"/>
    <dgm:cxn modelId="{E2593707-13FB-4958-81E4-3DF0D891C280}" type="presParOf" srcId="{80CDF002-BBE4-4704-88F9-707D3A483326}" destId="{D3D91972-E20F-4FD1-9951-66504E187BA1}" srcOrd="7" destOrd="0" presId="urn:microsoft.com/office/officeart/2005/8/layout/process1"/>
    <dgm:cxn modelId="{4AB7A327-40DC-4AA1-AB0D-061D79C0C93F}" type="presParOf" srcId="{D3D91972-E20F-4FD1-9951-66504E187BA1}" destId="{FDEA5AFD-7C22-413F-AB42-081EC1A7ABE3}" srcOrd="0" destOrd="0" presId="urn:microsoft.com/office/officeart/2005/8/layout/process1"/>
    <dgm:cxn modelId="{EAB520DE-B79F-4600-912E-7CD66E817BD6}" type="presParOf" srcId="{80CDF002-BBE4-4704-88F9-707D3A483326}" destId="{47076E99-36A0-4534-9101-CBDE6129ED5E}" srcOrd="8" destOrd="0" presId="urn:microsoft.com/office/officeart/2005/8/layout/process1"/>
    <dgm:cxn modelId="{82CAD696-A37D-4774-8496-3DEBF30D9772}" type="presParOf" srcId="{80CDF002-BBE4-4704-88F9-707D3A483326}" destId="{96FF835D-0285-4B6E-B0E1-E1FBE12417AF}" srcOrd="9" destOrd="0" presId="urn:microsoft.com/office/officeart/2005/8/layout/process1"/>
    <dgm:cxn modelId="{8D45AD55-E21E-416A-B8A9-7863C37E9FCE}" type="presParOf" srcId="{96FF835D-0285-4B6E-B0E1-E1FBE12417AF}" destId="{2804C76F-63B2-479B-A76E-2BA99540DD87}" srcOrd="0" destOrd="0" presId="urn:microsoft.com/office/officeart/2005/8/layout/process1"/>
    <dgm:cxn modelId="{F1BFC92A-C638-4AD6-83BE-DB56F9EE1C95}" type="presParOf" srcId="{80CDF002-BBE4-4704-88F9-707D3A483326}" destId="{7A7519D6-1E45-455A-8E0A-5098FB71A6FE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3F9222-4FE4-48EB-95D4-8B9F1D710B9B}" type="doc">
      <dgm:prSet loTypeId="urn:microsoft.com/office/officeart/2005/8/layout/process1" loCatId="process" qsTypeId="urn:microsoft.com/office/officeart/2005/8/quickstyle/simple1#2" qsCatId="simple" csTypeId="urn:microsoft.com/office/officeart/2005/8/colors/accent1_2#1" csCatId="accent1" phldr="1"/>
      <dgm:spPr/>
    </dgm:pt>
    <dgm:pt modelId="{FFF3EBED-4617-484F-A1C3-779BF39AC3B1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 w="38100">
          <a:solidFill>
            <a:srgbClr val="FF0000"/>
          </a:solidFill>
        </a:ln>
      </dgm:spPr>
      <dgm:t>
        <a:bodyPr/>
        <a:lstStyle/>
        <a:p>
          <a:r>
            <a:rPr lang="en-IN" sz="2400" dirty="0"/>
            <a:t>Malicious Content</a:t>
          </a:r>
        </a:p>
      </dgm:t>
    </dgm:pt>
    <dgm:pt modelId="{BBD28E9F-6E02-4075-BCE0-C4DCBD8BC0D9}" type="parTrans" cxnId="{CE400468-8A11-46E7-A49D-8BAD6083B694}">
      <dgm:prSet/>
      <dgm:spPr/>
      <dgm:t>
        <a:bodyPr/>
        <a:lstStyle/>
        <a:p>
          <a:endParaRPr lang="en-IN"/>
        </a:p>
      </dgm:t>
    </dgm:pt>
    <dgm:pt modelId="{0EAC512B-DE09-4C4F-8421-07857EF55C2F}" type="sibTrans" cxnId="{CE400468-8A11-46E7-A49D-8BAD6083B694}">
      <dgm:prSet/>
      <dgm:spPr/>
      <dgm:t>
        <a:bodyPr/>
        <a:lstStyle/>
        <a:p>
          <a:endParaRPr lang="en-IN"/>
        </a:p>
      </dgm:t>
    </dgm:pt>
    <dgm:pt modelId="{E760719A-A173-440D-B8E2-316FEA2D5A21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 w="38100">
          <a:solidFill>
            <a:schemeClr val="accent2"/>
          </a:solidFill>
        </a:ln>
      </dgm:spPr>
      <dgm:t>
        <a:bodyPr/>
        <a:lstStyle/>
        <a:p>
          <a:r>
            <a:rPr lang="en-IN" sz="2400" dirty="0"/>
            <a:t>Stored as Memory</a:t>
          </a:r>
        </a:p>
      </dgm:t>
    </dgm:pt>
    <dgm:pt modelId="{2F6F3DEB-E4EC-4929-A906-011FBCB7E074}" type="parTrans" cxnId="{31D5D37B-5829-4863-A84A-1F2DD0D10CB1}">
      <dgm:prSet/>
      <dgm:spPr/>
      <dgm:t>
        <a:bodyPr/>
        <a:lstStyle/>
        <a:p>
          <a:endParaRPr lang="en-IN"/>
        </a:p>
      </dgm:t>
    </dgm:pt>
    <dgm:pt modelId="{750D69BA-DF4A-4FAF-B507-E6C239EEFEB4}" type="sibTrans" cxnId="{31D5D37B-5829-4863-A84A-1F2DD0D10CB1}">
      <dgm:prSet/>
      <dgm:spPr/>
      <dgm:t>
        <a:bodyPr/>
        <a:lstStyle/>
        <a:p>
          <a:endParaRPr lang="en-IN"/>
        </a:p>
      </dgm:t>
    </dgm:pt>
    <dgm:pt modelId="{E6836C37-C007-4814-A9C5-AFE34FDD78F4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 w="38100"/>
      </dgm:spPr>
      <dgm:t>
        <a:bodyPr/>
        <a:lstStyle/>
        <a:p>
          <a:r>
            <a:rPr lang="en-IN" sz="2400" dirty="0"/>
            <a:t>Retrieved Later</a:t>
          </a:r>
        </a:p>
      </dgm:t>
    </dgm:pt>
    <dgm:pt modelId="{2C4CAEE0-EF31-46A0-AC7B-EECCF1C952EB}" type="parTrans" cxnId="{C6463C6F-EBCB-4AC0-A8C1-FA0874CDC715}">
      <dgm:prSet/>
      <dgm:spPr/>
      <dgm:t>
        <a:bodyPr/>
        <a:lstStyle/>
        <a:p>
          <a:endParaRPr lang="en-IN"/>
        </a:p>
      </dgm:t>
    </dgm:pt>
    <dgm:pt modelId="{080288CB-F42E-44F6-8271-8BC2586C64AE}" type="sibTrans" cxnId="{C6463C6F-EBCB-4AC0-A8C1-FA0874CDC715}">
      <dgm:prSet/>
      <dgm:spPr/>
      <dgm:t>
        <a:bodyPr/>
        <a:lstStyle/>
        <a:p>
          <a:endParaRPr lang="en-IN"/>
        </a:p>
      </dgm:t>
    </dgm:pt>
    <dgm:pt modelId="{A6DD99F4-4E8B-4600-BB49-2EA6D29A0458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38100">
          <a:solidFill>
            <a:srgbClr val="FF0000"/>
          </a:solidFill>
        </a:ln>
      </dgm:spPr>
      <dgm:t>
        <a:bodyPr/>
        <a:lstStyle/>
        <a:p>
          <a:r>
            <a:rPr lang="en-IN" sz="2400" dirty="0"/>
            <a:t>Influences Agent Response</a:t>
          </a:r>
        </a:p>
      </dgm:t>
    </dgm:pt>
    <dgm:pt modelId="{E0FFE038-7085-4FDA-ADAF-B0C2AFCA1D68}" type="parTrans" cxnId="{67B36D97-1C8C-415C-9802-A85BC0ED7673}">
      <dgm:prSet/>
      <dgm:spPr/>
      <dgm:t>
        <a:bodyPr/>
        <a:lstStyle/>
        <a:p>
          <a:endParaRPr lang="en-IN"/>
        </a:p>
      </dgm:t>
    </dgm:pt>
    <dgm:pt modelId="{02BFF130-F076-4958-A191-2699DCEBACB6}" type="sibTrans" cxnId="{67B36D97-1C8C-415C-9802-A85BC0ED7673}">
      <dgm:prSet/>
      <dgm:spPr/>
      <dgm:t>
        <a:bodyPr/>
        <a:lstStyle/>
        <a:p>
          <a:endParaRPr lang="en-IN"/>
        </a:p>
      </dgm:t>
    </dgm:pt>
    <dgm:pt modelId="{1057CF69-A652-4E42-9CEA-F9E58BB92651}" type="pres">
      <dgm:prSet presAssocID="{B43F9222-4FE4-48EB-95D4-8B9F1D710B9B}" presName="Name0" presStyleCnt="0">
        <dgm:presLayoutVars>
          <dgm:dir/>
          <dgm:resizeHandles val="exact"/>
        </dgm:presLayoutVars>
      </dgm:prSet>
      <dgm:spPr/>
    </dgm:pt>
    <dgm:pt modelId="{93DA479F-7B14-4FF9-9E8C-10849907C868}" type="pres">
      <dgm:prSet presAssocID="{FFF3EBED-4617-484F-A1C3-779BF39AC3B1}" presName="node" presStyleLbl="node1" presStyleIdx="0" presStyleCnt="4">
        <dgm:presLayoutVars>
          <dgm:bulletEnabled val="1"/>
        </dgm:presLayoutVars>
      </dgm:prSet>
      <dgm:spPr/>
    </dgm:pt>
    <dgm:pt modelId="{54E38634-1331-499D-9541-980295ADF341}" type="pres">
      <dgm:prSet presAssocID="{0EAC512B-DE09-4C4F-8421-07857EF55C2F}" presName="sibTrans" presStyleLbl="sibTrans2D1" presStyleIdx="0" presStyleCnt="3"/>
      <dgm:spPr/>
    </dgm:pt>
    <dgm:pt modelId="{55D1692A-8B4C-4ECB-8CB1-5982D84D490F}" type="pres">
      <dgm:prSet presAssocID="{0EAC512B-DE09-4C4F-8421-07857EF55C2F}" presName="connectorText" presStyleLbl="sibTrans2D1" presStyleIdx="0" presStyleCnt="3"/>
      <dgm:spPr/>
    </dgm:pt>
    <dgm:pt modelId="{89D33802-FF33-43DC-888F-4271D8AD77AB}" type="pres">
      <dgm:prSet presAssocID="{E760719A-A173-440D-B8E2-316FEA2D5A21}" presName="node" presStyleLbl="node1" presStyleIdx="1" presStyleCnt="4">
        <dgm:presLayoutVars>
          <dgm:bulletEnabled val="1"/>
        </dgm:presLayoutVars>
      </dgm:prSet>
      <dgm:spPr/>
    </dgm:pt>
    <dgm:pt modelId="{8B92D148-B42C-4BC1-B3F3-490BE2CE2956}" type="pres">
      <dgm:prSet presAssocID="{750D69BA-DF4A-4FAF-B507-E6C239EEFEB4}" presName="sibTrans" presStyleLbl="sibTrans2D1" presStyleIdx="1" presStyleCnt="3"/>
      <dgm:spPr/>
    </dgm:pt>
    <dgm:pt modelId="{C86F44C3-7373-4B54-981F-0B39A819845D}" type="pres">
      <dgm:prSet presAssocID="{750D69BA-DF4A-4FAF-B507-E6C239EEFEB4}" presName="connectorText" presStyleLbl="sibTrans2D1" presStyleIdx="1" presStyleCnt="3"/>
      <dgm:spPr/>
    </dgm:pt>
    <dgm:pt modelId="{3E5694AB-8F10-4222-9F5B-6875CEF17549}" type="pres">
      <dgm:prSet presAssocID="{E6836C37-C007-4814-A9C5-AFE34FDD78F4}" presName="node" presStyleLbl="node1" presStyleIdx="2" presStyleCnt="4">
        <dgm:presLayoutVars>
          <dgm:bulletEnabled val="1"/>
        </dgm:presLayoutVars>
      </dgm:prSet>
      <dgm:spPr/>
    </dgm:pt>
    <dgm:pt modelId="{F1C5EF5F-2F85-4D65-82C4-DC2AE2C206CD}" type="pres">
      <dgm:prSet presAssocID="{080288CB-F42E-44F6-8271-8BC2586C64AE}" presName="sibTrans" presStyleLbl="sibTrans2D1" presStyleIdx="2" presStyleCnt="3"/>
      <dgm:spPr/>
    </dgm:pt>
    <dgm:pt modelId="{AA0A80F0-62EF-4630-A132-0BB4C6321E69}" type="pres">
      <dgm:prSet presAssocID="{080288CB-F42E-44F6-8271-8BC2586C64AE}" presName="connectorText" presStyleLbl="sibTrans2D1" presStyleIdx="2" presStyleCnt="3"/>
      <dgm:spPr/>
    </dgm:pt>
    <dgm:pt modelId="{340EFA02-8501-46CC-8194-E7254FE85032}" type="pres">
      <dgm:prSet presAssocID="{A6DD99F4-4E8B-4600-BB49-2EA6D29A0458}" presName="node" presStyleLbl="node1" presStyleIdx="3" presStyleCnt="4">
        <dgm:presLayoutVars>
          <dgm:bulletEnabled val="1"/>
        </dgm:presLayoutVars>
      </dgm:prSet>
      <dgm:spPr/>
    </dgm:pt>
  </dgm:ptLst>
  <dgm:cxnLst>
    <dgm:cxn modelId="{5FB6F50A-AB9B-4A1C-B101-E1F3984A16DF}" type="presOf" srcId="{0EAC512B-DE09-4C4F-8421-07857EF55C2F}" destId="{55D1692A-8B4C-4ECB-8CB1-5982D84D490F}" srcOrd="1" destOrd="0" presId="urn:microsoft.com/office/officeart/2005/8/layout/process1"/>
    <dgm:cxn modelId="{D516DD26-2E76-4339-A71E-CAAA652F8BA6}" type="presOf" srcId="{FFF3EBED-4617-484F-A1C3-779BF39AC3B1}" destId="{93DA479F-7B14-4FF9-9E8C-10849907C868}" srcOrd="0" destOrd="0" presId="urn:microsoft.com/office/officeart/2005/8/layout/process1"/>
    <dgm:cxn modelId="{4BB30C34-0E59-4A44-BF62-161C49ED719E}" type="presOf" srcId="{E760719A-A173-440D-B8E2-316FEA2D5A21}" destId="{89D33802-FF33-43DC-888F-4271D8AD77AB}" srcOrd="0" destOrd="0" presId="urn:microsoft.com/office/officeart/2005/8/layout/process1"/>
    <dgm:cxn modelId="{CE400468-8A11-46E7-A49D-8BAD6083B694}" srcId="{B43F9222-4FE4-48EB-95D4-8B9F1D710B9B}" destId="{FFF3EBED-4617-484F-A1C3-779BF39AC3B1}" srcOrd="0" destOrd="0" parTransId="{BBD28E9F-6E02-4075-BCE0-C4DCBD8BC0D9}" sibTransId="{0EAC512B-DE09-4C4F-8421-07857EF55C2F}"/>
    <dgm:cxn modelId="{1AF5096D-88A3-472A-813D-B691B92764D7}" type="presOf" srcId="{080288CB-F42E-44F6-8271-8BC2586C64AE}" destId="{AA0A80F0-62EF-4630-A132-0BB4C6321E69}" srcOrd="1" destOrd="0" presId="urn:microsoft.com/office/officeart/2005/8/layout/process1"/>
    <dgm:cxn modelId="{C6463C6F-EBCB-4AC0-A8C1-FA0874CDC715}" srcId="{B43F9222-4FE4-48EB-95D4-8B9F1D710B9B}" destId="{E6836C37-C007-4814-A9C5-AFE34FDD78F4}" srcOrd="2" destOrd="0" parTransId="{2C4CAEE0-EF31-46A0-AC7B-EECCF1C952EB}" sibTransId="{080288CB-F42E-44F6-8271-8BC2586C64AE}"/>
    <dgm:cxn modelId="{FCF91954-1BD0-4DA9-A2EC-39EDBF05978B}" type="presOf" srcId="{A6DD99F4-4E8B-4600-BB49-2EA6D29A0458}" destId="{340EFA02-8501-46CC-8194-E7254FE85032}" srcOrd="0" destOrd="0" presId="urn:microsoft.com/office/officeart/2005/8/layout/process1"/>
    <dgm:cxn modelId="{55CE2C54-1B2A-40AA-A2D6-F25376FD13FC}" type="presOf" srcId="{080288CB-F42E-44F6-8271-8BC2586C64AE}" destId="{F1C5EF5F-2F85-4D65-82C4-DC2AE2C206CD}" srcOrd="0" destOrd="0" presId="urn:microsoft.com/office/officeart/2005/8/layout/process1"/>
    <dgm:cxn modelId="{31D5D37B-5829-4863-A84A-1F2DD0D10CB1}" srcId="{B43F9222-4FE4-48EB-95D4-8B9F1D710B9B}" destId="{E760719A-A173-440D-B8E2-316FEA2D5A21}" srcOrd="1" destOrd="0" parTransId="{2F6F3DEB-E4EC-4929-A906-011FBCB7E074}" sibTransId="{750D69BA-DF4A-4FAF-B507-E6C239EEFEB4}"/>
    <dgm:cxn modelId="{83A8BB8A-92A2-40A7-911D-363925476847}" type="presOf" srcId="{B43F9222-4FE4-48EB-95D4-8B9F1D710B9B}" destId="{1057CF69-A652-4E42-9CEA-F9E58BB92651}" srcOrd="0" destOrd="0" presId="urn:microsoft.com/office/officeart/2005/8/layout/process1"/>
    <dgm:cxn modelId="{67B36D97-1C8C-415C-9802-A85BC0ED7673}" srcId="{B43F9222-4FE4-48EB-95D4-8B9F1D710B9B}" destId="{A6DD99F4-4E8B-4600-BB49-2EA6D29A0458}" srcOrd="3" destOrd="0" parTransId="{E0FFE038-7085-4FDA-ADAF-B0C2AFCA1D68}" sibTransId="{02BFF130-F076-4958-A191-2699DCEBACB6}"/>
    <dgm:cxn modelId="{04A3ECA5-A662-4FD2-9602-F3968EE98BCF}" type="presOf" srcId="{0EAC512B-DE09-4C4F-8421-07857EF55C2F}" destId="{54E38634-1331-499D-9541-980295ADF341}" srcOrd="0" destOrd="0" presId="urn:microsoft.com/office/officeart/2005/8/layout/process1"/>
    <dgm:cxn modelId="{32DB1FA7-0687-44A7-B8B2-4FD9BF819F02}" type="presOf" srcId="{E6836C37-C007-4814-A9C5-AFE34FDD78F4}" destId="{3E5694AB-8F10-4222-9F5B-6875CEF17549}" srcOrd="0" destOrd="0" presId="urn:microsoft.com/office/officeart/2005/8/layout/process1"/>
    <dgm:cxn modelId="{B04FAFB3-4581-45FC-BA37-4A09F156D3BA}" type="presOf" srcId="{750D69BA-DF4A-4FAF-B507-E6C239EEFEB4}" destId="{8B92D148-B42C-4BC1-B3F3-490BE2CE2956}" srcOrd="0" destOrd="0" presId="urn:microsoft.com/office/officeart/2005/8/layout/process1"/>
    <dgm:cxn modelId="{55C183BB-C65D-4572-9516-EA66C594859B}" type="presOf" srcId="{750D69BA-DF4A-4FAF-B507-E6C239EEFEB4}" destId="{C86F44C3-7373-4B54-981F-0B39A819845D}" srcOrd="1" destOrd="0" presId="urn:microsoft.com/office/officeart/2005/8/layout/process1"/>
    <dgm:cxn modelId="{DF0055C4-7F4F-47D2-B724-E7B9EA5E4686}" type="presParOf" srcId="{1057CF69-A652-4E42-9CEA-F9E58BB92651}" destId="{93DA479F-7B14-4FF9-9E8C-10849907C868}" srcOrd="0" destOrd="0" presId="urn:microsoft.com/office/officeart/2005/8/layout/process1"/>
    <dgm:cxn modelId="{C95B7BD4-4EC3-4A17-874C-412AB9B88D85}" type="presParOf" srcId="{1057CF69-A652-4E42-9CEA-F9E58BB92651}" destId="{54E38634-1331-499D-9541-980295ADF341}" srcOrd="1" destOrd="0" presId="urn:microsoft.com/office/officeart/2005/8/layout/process1"/>
    <dgm:cxn modelId="{BBC7B84A-91EF-4F10-B09D-6C2E48EB53DF}" type="presParOf" srcId="{54E38634-1331-499D-9541-980295ADF341}" destId="{55D1692A-8B4C-4ECB-8CB1-5982D84D490F}" srcOrd="0" destOrd="0" presId="urn:microsoft.com/office/officeart/2005/8/layout/process1"/>
    <dgm:cxn modelId="{8F3AB41B-6CD2-4FD9-930F-75F2127C060D}" type="presParOf" srcId="{1057CF69-A652-4E42-9CEA-F9E58BB92651}" destId="{89D33802-FF33-43DC-888F-4271D8AD77AB}" srcOrd="2" destOrd="0" presId="urn:microsoft.com/office/officeart/2005/8/layout/process1"/>
    <dgm:cxn modelId="{13998F6E-2545-4B4B-93F4-457E5948B829}" type="presParOf" srcId="{1057CF69-A652-4E42-9CEA-F9E58BB92651}" destId="{8B92D148-B42C-4BC1-B3F3-490BE2CE2956}" srcOrd="3" destOrd="0" presId="urn:microsoft.com/office/officeart/2005/8/layout/process1"/>
    <dgm:cxn modelId="{4F514483-9C49-479D-A6D0-B2AA5B8B751F}" type="presParOf" srcId="{8B92D148-B42C-4BC1-B3F3-490BE2CE2956}" destId="{C86F44C3-7373-4B54-981F-0B39A819845D}" srcOrd="0" destOrd="0" presId="urn:microsoft.com/office/officeart/2005/8/layout/process1"/>
    <dgm:cxn modelId="{0008D764-212E-4CF6-945D-6DAFDD7CD170}" type="presParOf" srcId="{1057CF69-A652-4E42-9CEA-F9E58BB92651}" destId="{3E5694AB-8F10-4222-9F5B-6875CEF17549}" srcOrd="4" destOrd="0" presId="urn:microsoft.com/office/officeart/2005/8/layout/process1"/>
    <dgm:cxn modelId="{672FE475-A87B-44FB-966B-02A247FEA06D}" type="presParOf" srcId="{1057CF69-A652-4E42-9CEA-F9E58BB92651}" destId="{F1C5EF5F-2F85-4D65-82C4-DC2AE2C206CD}" srcOrd="5" destOrd="0" presId="urn:microsoft.com/office/officeart/2005/8/layout/process1"/>
    <dgm:cxn modelId="{4A0F1B49-D59C-4CFB-A5C7-6CCA55DA0D20}" type="presParOf" srcId="{F1C5EF5F-2F85-4D65-82C4-DC2AE2C206CD}" destId="{AA0A80F0-62EF-4630-A132-0BB4C6321E69}" srcOrd="0" destOrd="0" presId="urn:microsoft.com/office/officeart/2005/8/layout/process1"/>
    <dgm:cxn modelId="{582F442E-57C3-40F5-A35E-480586C541D6}" type="presParOf" srcId="{1057CF69-A652-4E42-9CEA-F9E58BB92651}" destId="{340EFA02-8501-46CC-8194-E7254FE8503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70C726-B256-48F4-B8FD-8EE551E3DDEE}" type="doc">
      <dgm:prSet loTypeId="urn:microsoft.com/office/officeart/2005/8/layout/process2" loCatId="process" qsTypeId="urn:microsoft.com/office/officeart/2005/8/quickstyle/simple1#3" qsCatId="simple" csTypeId="urn:microsoft.com/office/officeart/2005/8/colors/accent1_2#2" csCatId="accent1" phldr="1"/>
      <dgm:spPr/>
    </dgm:pt>
    <dgm:pt modelId="{C6866D5A-D825-4919-B982-CC5FB346400E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Candidate Memory</a:t>
          </a:r>
        </a:p>
      </dgm:t>
    </dgm:pt>
    <dgm:pt modelId="{B3418BEF-3B1D-43C5-B661-501BD30809A8}" type="parTrans" cxnId="{1581E09D-DD3C-481B-B96D-E48745829BB8}">
      <dgm:prSet/>
      <dgm:spPr/>
      <dgm:t>
        <a:bodyPr/>
        <a:lstStyle/>
        <a:p>
          <a:endParaRPr lang="en-IN"/>
        </a:p>
      </dgm:t>
    </dgm:pt>
    <dgm:pt modelId="{C5E5D9E5-5C98-4813-B6BF-77EC126A1F63}" type="sibTrans" cxnId="{1581E09D-DD3C-481B-B96D-E48745829BB8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9EF9E778-E44B-4629-B0F7-09F0040D4346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Normalization</a:t>
          </a:r>
        </a:p>
      </dgm:t>
    </dgm:pt>
    <dgm:pt modelId="{4832E96B-A1BA-41FA-9F03-6A9840F3420C}" type="parTrans" cxnId="{BE0278DA-D2C0-4166-B01F-11F61EF80FEE}">
      <dgm:prSet/>
      <dgm:spPr/>
      <dgm:t>
        <a:bodyPr/>
        <a:lstStyle/>
        <a:p>
          <a:endParaRPr lang="en-IN"/>
        </a:p>
      </dgm:t>
    </dgm:pt>
    <dgm:pt modelId="{4DC26E1B-DFDA-4A76-A821-0836B962CFBF}" type="sibTrans" cxnId="{BE0278DA-D2C0-4166-B01F-11F61EF80FEE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A8E3C4A3-3832-44EC-9F57-9E66B9E5526F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Provenance + SHA-256 Integrity Hash</a:t>
          </a:r>
        </a:p>
      </dgm:t>
    </dgm:pt>
    <dgm:pt modelId="{C9E39041-531D-4E40-996B-F9C2449FA675}" type="parTrans" cxnId="{7290B48A-CF54-4183-B1BB-0684220EE4E8}">
      <dgm:prSet/>
      <dgm:spPr/>
      <dgm:t>
        <a:bodyPr/>
        <a:lstStyle/>
        <a:p>
          <a:endParaRPr lang="en-IN"/>
        </a:p>
      </dgm:t>
    </dgm:pt>
    <dgm:pt modelId="{8A2812C8-E815-49DC-B329-F1CE34F112EA}" type="sibTrans" cxnId="{7290B48A-CF54-4183-B1BB-0684220EE4E8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77DB1C2A-B800-4350-ABEF-F184C0C6E7F1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Layered Validation</a:t>
          </a:r>
        </a:p>
      </dgm:t>
    </dgm:pt>
    <dgm:pt modelId="{A7386559-39E7-4EAB-A54F-04E9C14C686B}" type="parTrans" cxnId="{162623B1-9572-4111-A89B-C777FA826AB8}">
      <dgm:prSet/>
      <dgm:spPr/>
      <dgm:t>
        <a:bodyPr/>
        <a:lstStyle/>
        <a:p>
          <a:endParaRPr lang="en-IN"/>
        </a:p>
      </dgm:t>
    </dgm:pt>
    <dgm:pt modelId="{4F9C069C-70A3-4B76-AF3B-1DF9ED96FB2F}" type="sibTrans" cxnId="{162623B1-9572-4111-A89B-C777FA826AB8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04D1BC90-1E67-48BD-AAF6-E263B90C2765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Trust–Risk Scoring</a:t>
          </a:r>
        </a:p>
      </dgm:t>
    </dgm:pt>
    <dgm:pt modelId="{CB6C3AB8-0F57-4946-9BB6-3A4AD86C4849}" type="parTrans" cxnId="{50E0D261-6CF0-475A-B797-3C9E946EE8AB}">
      <dgm:prSet/>
      <dgm:spPr/>
      <dgm:t>
        <a:bodyPr/>
        <a:lstStyle/>
        <a:p>
          <a:endParaRPr lang="en-IN"/>
        </a:p>
      </dgm:t>
    </dgm:pt>
    <dgm:pt modelId="{C21079FC-67C3-4295-A130-0E25B531D7FC}" type="sibTrans" cxnId="{50E0D261-6CF0-475A-B797-3C9E946EE8AB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19546330-45D9-4C23-88B3-01442AEDB9DD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Storage Decision</a:t>
          </a:r>
        </a:p>
      </dgm:t>
    </dgm:pt>
    <dgm:pt modelId="{B437B8FF-891F-418D-862F-18277A74D055}" type="parTrans" cxnId="{B41FD702-D702-47F8-9FDB-D6505BEE28D2}">
      <dgm:prSet/>
      <dgm:spPr/>
      <dgm:t>
        <a:bodyPr/>
        <a:lstStyle/>
        <a:p>
          <a:endParaRPr lang="en-IN"/>
        </a:p>
      </dgm:t>
    </dgm:pt>
    <dgm:pt modelId="{E5D6F7F1-9CFD-461F-86A8-BDD545EB7D25}" type="sibTrans" cxnId="{B41FD702-D702-47F8-9FDB-D6505BEE28D2}">
      <dgm:prSet/>
      <dgm:spPr/>
      <dgm:t>
        <a:bodyPr/>
        <a:lstStyle/>
        <a:p>
          <a:endParaRPr lang="en-IN"/>
        </a:p>
      </dgm:t>
    </dgm:pt>
    <dgm:pt modelId="{09D7CB0B-B18A-4568-8E0D-5A72224F2D6B}" type="pres">
      <dgm:prSet presAssocID="{6B70C726-B256-48F4-B8FD-8EE551E3DDEE}" presName="linearFlow" presStyleCnt="0">
        <dgm:presLayoutVars>
          <dgm:resizeHandles val="exact"/>
        </dgm:presLayoutVars>
      </dgm:prSet>
      <dgm:spPr/>
    </dgm:pt>
    <dgm:pt modelId="{977D46B1-104B-48CF-813E-5192A6227083}" type="pres">
      <dgm:prSet presAssocID="{C6866D5A-D825-4919-B982-CC5FB346400E}" presName="node" presStyleLbl="node1" presStyleIdx="0" presStyleCnt="6" custScaleX="133100" custScaleY="133100">
        <dgm:presLayoutVars>
          <dgm:bulletEnabled val="1"/>
        </dgm:presLayoutVars>
      </dgm:prSet>
      <dgm:spPr/>
    </dgm:pt>
    <dgm:pt modelId="{1D4956C4-9D64-46B3-BB3F-106A00EBCDB5}" type="pres">
      <dgm:prSet presAssocID="{C5E5D9E5-5C98-4813-B6BF-77EC126A1F63}" presName="sibTrans" presStyleLbl="sibTrans2D1" presStyleIdx="0" presStyleCnt="5" custScaleX="133100" custScaleY="133100"/>
      <dgm:spPr/>
    </dgm:pt>
    <dgm:pt modelId="{75D968F3-501F-463D-8A75-B9ADF5C8EE01}" type="pres">
      <dgm:prSet presAssocID="{C5E5D9E5-5C98-4813-B6BF-77EC126A1F63}" presName="connectorText" presStyleLbl="sibTrans2D1" presStyleIdx="0" presStyleCnt="5"/>
      <dgm:spPr/>
    </dgm:pt>
    <dgm:pt modelId="{2641BAFA-062A-4B83-813E-B3215666BEC9}" type="pres">
      <dgm:prSet presAssocID="{9EF9E778-E44B-4629-B0F7-09F0040D4346}" presName="node" presStyleLbl="node1" presStyleIdx="1" presStyleCnt="6" custScaleX="133100" custScaleY="133100">
        <dgm:presLayoutVars>
          <dgm:bulletEnabled val="1"/>
        </dgm:presLayoutVars>
      </dgm:prSet>
      <dgm:spPr/>
    </dgm:pt>
    <dgm:pt modelId="{4E646B70-3CFC-47A2-9D4F-03D66C2F0155}" type="pres">
      <dgm:prSet presAssocID="{4DC26E1B-DFDA-4A76-A821-0836B962CFBF}" presName="sibTrans" presStyleLbl="sibTrans2D1" presStyleIdx="1" presStyleCnt="5" custScaleX="133100" custScaleY="133100"/>
      <dgm:spPr/>
    </dgm:pt>
    <dgm:pt modelId="{BFAF5EFA-0061-4051-A3DA-25A8649F9E65}" type="pres">
      <dgm:prSet presAssocID="{4DC26E1B-DFDA-4A76-A821-0836B962CFBF}" presName="connectorText" presStyleLbl="sibTrans2D1" presStyleIdx="1" presStyleCnt="5"/>
      <dgm:spPr/>
    </dgm:pt>
    <dgm:pt modelId="{92B0C99A-C8C6-453F-929C-9A3D1E1F2F80}" type="pres">
      <dgm:prSet presAssocID="{A8E3C4A3-3832-44EC-9F57-9E66B9E5526F}" presName="node" presStyleLbl="node1" presStyleIdx="2" presStyleCnt="6" custScaleX="133100" custScaleY="133100">
        <dgm:presLayoutVars>
          <dgm:bulletEnabled val="1"/>
        </dgm:presLayoutVars>
      </dgm:prSet>
      <dgm:spPr/>
    </dgm:pt>
    <dgm:pt modelId="{9D0D5DA5-4DE8-46F2-89D2-3F1F09BD033C}" type="pres">
      <dgm:prSet presAssocID="{8A2812C8-E815-49DC-B329-F1CE34F112EA}" presName="sibTrans" presStyleLbl="sibTrans2D1" presStyleIdx="2" presStyleCnt="5" custScaleX="133100" custScaleY="133100"/>
      <dgm:spPr/>
    </dgm:pt>
    <dgm:pt modelId="{64EDE169-B84F-402E-B344-6AF662FA455C}" type="pres">
      <dgm:prSet presAssocID="{8A2812C8-E815-49DC-B329-F1CE34F112EA}" presName="connectorText" presStyleLbl="sibTrans2D1" presStyleIdx="2" presStyleCnt="5"/>
      <dgm:spPr/>
    </dgm:pt>
    <dgm:pt modelId="{AB2D385A-BFC4-4607-82EA-FEBE390399C2}" type="pres">
      <dgm:prSet presAssocID="{77DB1C2A-B800-4350-ABEF-F184C0C6E7F1}" presName="node" presStyleLbl="node1" presStyleIdx="3" presStyleCnt="6" custScaleX="133100" custScaleY="133100">
        <dgm:presLayoutVars>
          <dgm:bulletEnabled val="1"/>
        </dgm:presLayoutVars>
      </dgm:prSet>
      <dgm:spPr/>
    </dgm:pt>
    <dgm:pt modelId="{11409950-681A-43F9-8836-04EE11D5028D}" type="pres">
      <dgm:prSet presAssocID="{4F9C069C-70A3-4B76-AF3B-1DF9ED96FB2F}" presName="sibTrans" presStyleLbl="sibTrans2D1" presStyleIdx="3" presStyleCnt="5" custScaleX="133100" custScaleY="133100"/>
      <dgm:spPr/>
    </dgm:pt>
    <dgm:pt modelId="{691E2513-7C48-4576-9A6B-29BC1A64DAB0}" type="pres">
      <dgm:prSet presAssocID="{4F9C069C-70A3-4B76-AF3B-1DF9ED96FB2F}" presName="connectorText" presStyleLbl="sibTrans2D1" presStyleIdx="3" presStyleCnt="5"/>
      <dgm:spPr/>
    </dgm:pt>
    <dgm:pt modelId="{47DA1F20-8E82-45E6-9872-F92E3BA6D539}" type="pres">
      <dgm:prSet presAssocID="{04D1BC90-1E67-48BD-AAF6-E263B90C2765}" presName="node" presStyleLbl="node1" presStyleIdx="4" presStyleCnt="6" custScaleX="133100" custScaleY="133100">
        <dgm:presLayoutVars>
          <dgm:bulletEnabled val="1"/>
        </dgm:presLayoutVars>
      </dgm:prSet>
      <dgm:spPr/>
    </dgm:pt>
    <dgm:pt modelId="{291641C7-10C6-4B2D-A87A-3B3A4BE5DD21}" type="pres">
      <dgm:prSet presAssocID="{C21079FC-67C3-4295-A130-0E25B531D7FC}" presName="sibTrans" presStyleLbl="sibTrans2D1" presStyleIdx="4" presStyleCnt="5" custScaleX="133100" custScaleY="133100"/>
      <dgm:spPr/>
    </dgm:pt>
    <dgm:pt modelId="{9A254232-9DC4-4AD9-BABF-CAD251F83B79}" type="pres">
      <dgm:prSet presAssocID="{C21079FC-67C3-4295-A130-0E25B531D7FC}" presName="connectorText" presStyleLbl="sibTrans2D1" presStyleIdx="4" presStyleCnt="5"/>
      <dgm:spPr/>
    </dgm:pt>
    <dgm:pt modelId="{1302D934-D468-496F-953F-DE26ECABB253}" type="pres">
      <dgm:prSet presAssocID="{19546330-45D9-4C23-88B3-01442AEDB9DD}" presName="node" presStyleLbl="node1" presStyleIdx="5" presStyleCnt="6" custScaleX="133100" custScaleY="133100">
        <dgm:presLayoutVars>
          <dgm:bulletEnabled val="1"/>
        </dgm:presLayoutVars>
      </dgm:prSet>
      <dgm:spPr/>
    </dgm:pt>
  </dgm:ptLst>
  <dgm:cxnLst>
    <dgm:cxn modelId="{4259C400-334E-4E0C-9887-936106C14FED}" type="presOf" srcId="{4F9C069C-70A3-4B76-AF3B-1DF9ED96FB2F}" destId="{11409950-681A-43F9-8836-04EE11D5028D}" srcOrd="0" destOrd="0" presId="urn:microsoft.com/office/officeart/2005/8/layout/process2"/>
    <dgm:cxn modelId="{B41FD702-D702-47F8-9FDB-D6505BEE28D2}" srcId="{6B70C726-B256-48F4-B8FD-8EE551E3DDEE}" destId="{19546330-45D9-4C23-88B3-01442AEDB9DD}" srcOrd="5" destOrd="0" parTransId="{B437B8FF-891F-418D-862F-18277A74D055}" sibTransId="{E5D6F7F1-9CFD-461F-86A8-BDD545EB7D25}"/>
    <dgm:cxn modelId="{549A0E13-7810-43D5-8E35-C516F1E1B555}" type="presOf" srcId="{8A2812C8-E815-49DC-B329-F1CE34F112EA}" destId="{9D0D5DA5-4DE8-46F2-89D2-3F1F09BD033C}" srcOrd="0" destOrd="0" presId="urn:microsoft.com/office/officeart/2005/8/layout/process2"/>
    <dgm:cxn modelId="{50E0D261-6CF0-475A-B797-3C9E946EE8AB}" srcId="{6B70C726-B256-48F4-B8FD-8EE551E3DDEE}" destId="{04D1BC90-1E67-48BD-AAF6-E263B90C2765}" srcOrd="4" destOrd="0" parTransId="{CB6C3AB8-0F57-4946-9BB6-3A4AD86C4849}" sibTransId="{C21079FC-67C3-4295-A130-0E25B531D7FC}"/>
    <dgm:cxn modelId="{C368D442-0B17-4250-9391-32D2D0629658}" type="presOf" srcId="{C5E5D9E5-5C98-4813-B6BF-77EC126A1F63}" destId="{1D4956C4-9D64-46B3-BB3F-106A00EBCDB5}" srcOrd="0" destOrd="0" presId="urn:microsoft.com/office/officeart/2005/8/layout/process2"/>
    <dgm:cxn modelId="{14FF8B6A-8DC2-4C34-AB78-D7D53DB75608}" type="presOf" srcId="{C21079FC-67C3-4295-A130-0E25B531D7FC}" destId="{9A254232-9DC4-4AD9-BABF-CAD251F83B79}" srcOrd="1" destOrd="0" presId="urn:microsoft.com/office/officeart/2005/8/layout/process2"/>
    <dgm:cxn modelId="{EEF82A80-2E6B-4719-98A4-5DC6650A8AA3}" type="presOf" srcId="{4DC26E1B-DFDA-4A76-A821-0836B962CFBF}" destId="{BFAF5EFA-0061-4051-A3DA-25A8649F9E65}" srcOrd="1" destOrd="0" presId="urn:microsoft.com/office/officeart/2005/8/layout/process2"/>
    <dgm:cxn modelId="{43FC9580-25E4-4E8B-A369-A54B8D2FC33A}" type="presOf" srcId="{4F9C069C-70A3-4B76-AF3B-1DF9ED96FB2F}" destId="{691E2513-7C48-4576-9A6B-29BC1A64DAB0}" srcOrd="1" destOrd="0" presId="urn:microsoft.com/office/officeart/2005/8/layout/process2"/>
    <dgm:cxn modelId="{1D9AD883-9110-4FC1-9597-47CF9FC7603F}" type="presOf" srcId="{C21079FC-67C3-4295-A130-0E25B531D7FC}" destId="{291641C7-10C6-4B2D-A87A-3B3A4BE5DD21}" srcOrd="0" destOrd="0" presId="urn:microsoft.com/office/officeart/2005/8/layout/process2"/>
    <dgm:cxn modelId="{7290B48A-CF54-4183-B1BB-0684220EE4E8}" srcId="{6B70C726-B256-48F4-B8FD-8EE551E3DDEE}" destId="{A8E3C4A3-3832-44EC-9F57-9E66B9E5526F}" srcOrd="2" destOrd="0" parTransId="{C9E39041-531D-4E40-996B-F9C2449FA675}" sibTransId="{8A2812C8-E815-49DC-B329-F1CE34F112EA}"/>
    <dgm:cxn modelId="{A0043D92-8896-4128-BC10-AE5D37F9445E}" type="presOf" srcId="{C6866D5A-D825-4919-B982-CC5FB346400E}" destId="{977D46B1-104B-48CF-813E-5192A6227083}" srcOrd="0" destOrd="0" presId="urn:microsoft.com/office/officeart/2005/8/layout/process2"/>
    <dgm:cxn modelId="{214EE597-6FDE-4724-A01D-E7347BC094EC}" type="presOf" srcId="{6B70C726-B256-48F4-B8FD-8EE551E3DDEE}" destId="{09D7CB0B-B18A-4568-8E0D-5A72224F2D6B}" srcOrd="0" destOrd="0" presId="urn:microsoft.com/office/officeart/2005/8/layout/process2"/>
    <dgm:cxn modelId="{18481C98-5B9C-4A30-9158-0D9377F5731A}" type="presOf" srcId="{A8E3C4A3-3832-44EC-9F57-9E66B9E5526F}" destId="{92B0C99A-C8C6-453F-929C-9A3D1E1F2F80}" srcOrd="0" destOrd="0" presId="urn:microsoft.com/office/officeart/2005/8/layout/process2"/>
    <dgm:cxn modelId="{1581E09D-DD3C-481B-B96D-E48745829BB8}" srcId="{6B70C726-B256-48F4-B8FD-8EE551E3DDEE}" destId="{C6866D5A-D825-4919-B982-CC5FB346400E}" srcOrd="0" destOrd="0" parTransId="{B3418BEF-3B1D-43C5-B661-501BD30809A8}" sibTransId="{C5E5D9E5-5C98-4813-B6BF-77EC126A1F63}"/>
    <dgm:cxn modelId="{FD183AA1-6823-45AD-823B-CB79AC22D8B0}" type="presOf" srcId="{77DB1C2A-B800-4350-ABEF-F184C0C6E7F1}" destId="{AB2D385A-BFC4-4607-82EA-FEBE390399C2}" srcOrd="0" destOrd="0" presId="urn:microsoft.com/office/officeart/2005/8/layout/process2"/>
    <dgm:cxn modelId="{13ADCBA5-7BFD-4312-829D-61E7764198A0}" type="presOf" srcId="{19546330-45D9-4C23-88B3-01442AEDB9DD}" destId="{1302D934-D468-496F-953F-DE26ECABB253}" srcOrd="0" destOrd="0" presId="urn:microsoft.com/office/officeart/2005/8/layout/process2"/>
    <dgm:cxn modelId="{162623B1-9572-4111-A89B-C777FA826AB8}" srcId="{6B70C726-B256-48F4-B8FD-8EE551E3DDEE}" destId="{77DB1C2A-B800-4350-ABEF-F184C0C6E7F1}" srcOrd="3" destOrd="0" parTransId="{A7386559-39E7-4EAB-A54F-04E9C14C686B}" sibTransId="{4F9C069C-70A3-4B76-AF3B-1DF9ED96FB2F}"/>
    <dgm:cxn modelId="{8CC2BEBD-19EC-4A0A-BC86-6F93C3510AF3}" type="presOf" srcId="{04D1BC90-1E67-48BD-AAF6-E263B90C2765}" destId="{47DA1F20-8E82-45E6-9872-F92E3BA6D539}" srcOrd="0" destOrd="0" presId="urn:microsoft.com/office/officeart/2005/8/layout/process2"/>
    <dgm:cxn modelId="{B5DF76C9-DA8B-4C48-BDB4-AEFB203B4D50}" type="presOf" srcId="{4DC26E1B-DFDA-4A76-A821-0836B962CFBF}" destId="{4E646B70-3CFC-47A2-9D4F-03D66C2F0155}" srcOrd="0" destOrd="0" presId="urn:microsoft.com/office/officeart/2005/8/layout/process2"/>
    <dgm:cxn modelId="{BE0278DA-D2C0-4166-B01F-11F61EF80FEE}" srcId="{6B70C726-B256-48F4-B8FD-8EE551E3DDEE}" destId="{9EF9E778-E44B-4629-B0F7-09F0040D4346}" srcOrd="1" destOrd="0" parTransId="{4832E96B-A1BA-41FA-9F03-6A9840F3420C}" sibTransId="{4DC26E1B-DFDA-4A76-A821-0836B962CFBF}"/>
    <dgm:cxn modelId="{33CF0DE8-A439-4F99-AFDF-B3F16A48B6A3}" type="presOf" srcId="{C5E5D9E5-5C98-4813-B6BF-77EC126A1F63}" destId="{75D968F3-501F-463D-8A75-B9ADF5C8EE01}" srcOrd="1" destOrd="0" presId="urn:microsoft.com/office/officeart/2005/8/layout/process2"/>
    <dgm:cxn modelId="{0448ACF5-DEE9-4419-B596-0549548B90BF}" type="presOf" srcId="{8A2812C8-E815-49DC-B329-F1CE34F112EA}" destId="{64EDE169-B84F-402E-B344-6AF662FA455C}" srcOrd="1" destOrd="0" presId="urn:microsoft.com/office/officeart/2005/8/layout/process2"/>
    <dgm:cxn modelId="{97F7D6F8-DEA2-4F49-9486-19AC61FC8973}" type="presOf" srcId="{9EF9E778-E44B-4629-B0F7-09F0040D4346}" destId="{2641BAFA-062A-4B83-813E-B3215666BEC9}" srcOrd="0" destOrd="0" presId="urn:microsoft.com/office/officeart/2005/8/layout/process2"/>
    <dgm:cxn modelId="{14CEA12C-911F-4376-A7AC-1AFD74AD56BA}" type="presParOf" srcId="{09D7CB0B-B18A-4568-8E0D-5A72224F2D6B}" destId="{977D46B1-104B-48CF-813E-5192A6227083}" srcOrd="0" destOrd="0" presId="urn:microsoft.com/office/officeart/2005/8/layout/process2"/>
    <dgm:cxn modelId="{506E12F9-CA0F-4F17-8B5C-B58ACFAEB85F}" type="presParOf" srcId="{09D7CB0B-B18A-4568-8E0D-5A72224F2D6B}" destId="{1D4956C4-9D64-46B3-BB3F-106A00EBCDB5}" srcOrd="1" destOrd="0" presId="urn:microsoft.com/office/officeart/2005/8/layout/process2"/>
    <dgm:cxn modelId="{A9E0C62C-1AF0-4B6F-ABC5-E6714B353251}" type="presParOf" srcId="{1D4956C4-9D64-46B3-BB3F-106A00EBCDB5}" destId="{75D968F3-501F-463D-8A75-B9ADF5C8EE01}" srcOrd="0" destOrd="0" presId="urn:microsoft.com/office/officeart/2005/8/layout/process2"/>
    <dgm:cxn modelId="{4AB3A7D4-6085-4757-B9CA-FB9074157ECB}" type="presParOf" srcId="{09D7CB0B-B18A-4568-8E0D-5A72224F2D6B}" destId="{2641BAFA-062A-4B83-813E-B3215666BEC9}" srcOrd="2" destOrd="0" presId="urn:microsoft.com/office/officeart/2005/8/layout/process2"/>
    <dgm:cxn modelId="{27F8453C-E8FA-4F91-B170-313ABEEC394F}" type="presParOf" srcId="{09D7CB0B-B18A-4568-8E0D-5A72224F2D6B}" destId="{4E646B70-3CFC-47A2-9D4F-03D66C2F0155}" srcOrd="3" destOrd="0" presId="urn:microsoft.com/office/officeart/2005/8/layout/process2"/>
    <dgm:cxn modelId="{579B4BB7-71AC-4986-B387-8CD7D66F8FD4}" type="presParOf" srcId="{4E646B70-3CFC-47A2-9D4F-03D66C2F0155}" destId="{BFAF5EFA-0061-4051-A3DA-25A8649F9E65}" srcOrd="0" destOrd="0" presId="urn:microsoft.com/office/officeart/2005/8/layout/process2"/>
    <dgm:cxn modelId="{8D0792F2-7E1C-474B-8F26-F2C3BC322991}" type="presParOf" srcId="{09D7CB0B-B18A-4568-8E0D-5A72224F2D6B}" destId="{92B0C99A-C8C6-453F-929C-9A3D1E1F2F80}" srcOrd="4" destOrd="0" presId="urn:microsoft.com/office/officeart/2005/8/layout/process2"/>
    <dgm:cxn modelId="{E9CFD4DA-1A91-47C7-96DE-4A2635A0A075}" type="presParOf" srcId="{09D7CB0B-B18A-4568-8E0D-5A72224F2D6B}" destId="{9D0D5DA5-4DE8-46F2-89D2-3F1F09BD033C}" srcOrd="5" destOrd="0" presId="urn:microsoft.com/office/officeart/2005/8/layout/process2"/>
    <dgm:cxn modelId="{7A4E130A-1F66-49BB-B09C-2E53082FFCB0}" type="presParOf" srcId="{9D0D5DA5-4DE8-46F2-89D2-3F1F09BD033C}" destId="{64EDE169-B84F-402E-B344-6AF662FA455C}" srcOrd="0" destOrd="0" presId="urn:microsoft.com/office/officeart/2005/8/layout/process2"/>
    <dgm:cxn modelId="{ED77369D-8B77-4A29-BE6C-8E26DAAE198D}" type="presParOf" srcId="{09D7CB0B-B18A-4568-8E0D-5A72224F2D6B}" destId="{AB2D385A-BFC4-4607-82EA-FEBE390399C2}" srcOrd="6" destOrd="0" presId="urn:microsoft.com/office/officeart/2005/8/layout/process2"/>
    <dgm:cxn modelId="{C4D64093-E2CA-4260-9F12-778F66A52028}" type="presParOf" srcId="{09D7CB0B-B18A-4568-8E0D-5A72224F2D6B}" destId="{11409950-681A-43F9-8836-04EE11D5028D}" srcOrd="7" destOrd="0" presId="urn:microsoft.com/office/officeart/2005/8/layout/process2"/>
    <dgm:cxn modelId="{30D25B58-4FE5-493B-92AF-B41B3E2633DF}" type="presParOf" srcId="{11409950-681A-43F9-8836-04EE11D5028D}" destId="{691E2513-7C48-4576-9A6B-29BC1A64DAB0}" srcOrd="0" destOrd="0" presId="urn:microsoft.com/office/officeart/2005/8/layout/process2"/>
    <dgm:cxn modelId="{F0BEF22C-40A3-475E-8CCE-37E092DAAE2A}" type="presParOf" srcId="{09D7CB0B-B18A-4568-8E0D-5A72224F2D6B}" destId="{47DA1F20-8E82-45E6-9872-F92E3BA6D539}" srcOrd="8" destOrd="0" presId="urn:microsoft.com/office/officeart/2005/8/layout/process2"/>
    <dgm:cxn modelId="{8424E43C-AC10-46B7-AB97-6C35398C8E34}" type="presParOf" srcId="{09D7CB0B-B18A-4568-8E0D-5A72224F2D6B}" destId="{291641C7-10C6-4B2D-A87A-3B3A4BE5DD21}" srcOrd="9" destOrd="0" presId="urn:microsoft.com/office/officeart/2005/8/layout/process2"/>
    <dgm:cxn modelId="{CEC2ED1D-676E-461B-9894-0E3F0F6EB7C1}" type="presParOf" srcId="{291641C7-10C6-4B2D-A87A-3B3A4BE5DD21}" destId="{9A254232-9DC4-4AD9-BABF-CAD251F83B79}" srcOrd="0" destOrd="0" presId="urn:microsoft.com/office/officeart/2005/8/layout/process2"/>
    <dgm:cxn modelId="{8092CB4A-F493-4135-BBA9-3E980B181B18}" type="presParOf" srcId="{09D7CB0B-B18A-4568-8E0D-5A72224F2D6B}" destId="{1302D934-D468-496F-953F-DE26ECABB253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A5D767E-4A34-4254-9915-499D98810D7F}" type="doc">
      <dgm:prSet loTypeId="urn:microsoft.com/office/officeart/2008/layout/HorizontalMultiLevelHierarchy" loCatId="hierarchy" qsTypeId="urn:microsoft.com/office/officeart/2005/8/quickstyle/simple1#4" qsCatId="simple" csTypeId="urn:microsoft.com/office/officeart/2005/8/colors/accent1_2#3" csCatId="accent1" phldr="1"/>
      <dgm:spPr/>
      <dgm:t>
        <a:bodyPr/>
        <a:lstStyle/>
        <a:p>
          <a:endParaRPr lang="en-IN"/>
        </a:p>
      </dgm:t>
    </dgm:pt>
    <dgm:pt modelId="{373AFCC9-0802-40CC-A617-7F998F93652B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4000" dirty="0">
              <a:solidFill>
                <a:schemeClr val="accent5">
                  <a:lumMod val="75000"/>
                </a:schemeClr>
              </a:solidFill>
            </a:rPr>
            <a:t>Storage Decision</a:t>
          </a:r>
        </a:p>
      </dgm:t>
    </dgm:pt>
    <dgm:pt modelId="{60FCFEC8-3D64-4329-8AED-791C46998E29}" type="parTrans" cxnId="{6AEC3E40-8CEE-4BE1-B8D7-C5B5E4617237}">
      <dgm:prSet/>
      <dgm:spPr/>
      <dgm:t>
        <a:bodyPr/>
        <a:lstStyle/>
        <a:p>
          <a:endParaRPr lang="en-IN"/>
        </a:p>
      </dgm:t>
    </dgm:pt>
    <dgm:pt modelId="{BAE83808-6C77-4A5E-8849-BBBCDA3D438A}" type="sibTrans" cxnId="{6AEC3E40-8CEE-4BE1-B8D7-C5B5E4617237}">
      <dgm:prSet/>
      <dgm:spPr/>
      <dgm:t>
        <a:bodyPr/>
        <a:lstStyle/>
        <a:p>
          <a:endParaRPr lang="en-IN"/>
        </a:p>
      </dgm:t>
    </dgm:pt>
    <dgm:pt modelId="{BB56B4D2-F933-4A7F-9437-BDB0FA7B38B8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Verified</a:t>
          </a:r>
        </a:p>
        <a:p>
          <a:r>
            <a:rPr lang="en-IN" sz="1800" dirty="0">
              <a:solidFill>
                <a:schemeClr val="accent3">
                  <a:lumMod val="50000"/>
                </a:schemeClr>
              </a:solidFill>
            </a:rPr>
            <a:t>Eligible for semantic retrieval</a:t>
          </a:r>
        </a:p>
      </dgm:t>
    </dgm:pt>
    <dgm:pt modelId="{F8124C18-07AC-42E7-B36C-789B9446C460}" type="parTrans" cxnId="{3568571B-58AF-48E4-9561-6E9DE3289496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000">
            <a:solidFill>
              <a:schemeClr val="accent5">
                <a:lumMod val="75000"/>
              </a:schemeClr>
            </a:solidFill>
          </a:endParaRPr>
        </a:p>
      </dgm:t>
    </dgm:pt>
    <dgm:pt modelId="{880C9ACF-ECEB-4432-A134-4FFC39868012}" type="sibTrans" cxnId="{3568571B-58AF-48E4-9561-6E9DE3289496}">
      <dgm:prSet/>
      <dgm:spPr/>
      <dgm:t>
        <a:bodyPr/>
        <a:lstStyle/>
        <a:p>
          <a:endParaRPr lang="en-IN"/>
        </a:p>
      </dgm:t>
    </dgm:pt>
    <dgm:pt modelId="{5385B57A-681B-494B-8CDF-36D8BF8676AB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Provisional</a:t>
          </a:r>
        </a:p>
        <a:p>
          <a:r>
            <a:rPr lang="en-IN" sz="1800" dirty="0">
              <a:solidFill>
                <a:schemeClr val="accent3">
                  <a:lumMod val="50000"/>
                </a:schemeClr>
              </a:solidFill>
            </a:rPr>
            <a:t>Review / re-evaluate</a:t>
          </a:r>
        </a:p>
      </dgm:t>
    </dgm:pt>
    <dgm:pt modelId="{FF1612C8-87F3-4C31-98EE-A670EC6FB6E0}" type="parTrans" cxnId="{5DADEDDE-DDBB-4937-A0F0-AD81ADC42914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000">
            <a:solidFill>
              <a:schemeClr val="accent5">
                <a:lumMod val="75000"/>
              </a:schemeClr>
            </a:solidFill>
          </a:endParaRPr>
        </a:p>
      </dgm:t>
    </dgm:pt>
    <dgm:pt modelId="{14A6F76B-EEB0-4B04-B8C1-43CFCC5E8225}" type="sibTrans" cxnId="{5DADEDDE-DDBB-4937-A0F0-AD81ADC42914}">
      <dgm:prSet/>
      <dgm:spPr/>
      <dgm:t>
        <a:bodyPr/>
        <a:lstStyle/>
        <a:p>
          <a:endParaRPr lang="en-IN"/>
        </a:p>
      </dgm:t>
    </dgm:pt>
    <dgm:pt modelId="{B69F090E-7A77-4686-B20C-75F09489BBC8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Quarantined</a:t>
          </a:r>
        </a:p>
        <a:p>
          <a:r>
            <a:rPr lang="en-GB" sz="1800" dirty="0">
              <a:solidFill>
                <a:schemeClr val="accent3">
                  <a:lumMod val="50000"/>
                </a:schemeClr>
              </a:solidFill>
            </a:rPr>
            <a:t>Audit only / blocked from retrieval</a:t>
          </a:r>
          <a:endParaRPr lang="en-IN" sz="1800" dirty="0">
            <a:solidFill>
              <a:schemeClr val="accent3">
                <a:lumMod val="50000"/>
              </a:schemeClr>
            </a:solidFill>
          </a:endParaRPr>
        </a:p>
      </dgm:t>
    </dgm:pt>
    <dgm:pt modelId="{80000580-DCFF-4C52-AAB5-FB51BF9B310B}" type="parTrans" cxnId="{3A463536-2840-4BE3-8150-6FCFA01462C7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000">
            <a:solidFill>
              <a:schemeClr val="accent5">
                <a:lumMod val="75000"/>
              </a:schemeClr>
            </a:solidFill>
          </a:endParaRPr>
        </a:p>
      </dgm:t>
    </dgm:pt>
    <dgm:pt modelId="{6EAF783A-12C6-4059-B413-98DF80D951CF}" type="sibTrans" cxnId="{3A463536-2840-4BE3-8150-6FCFA01462C7}">
      <dgm:prSet/>
      <dgm:spPr/>
      <dgm:t>
        <a:bodyPr/>
        <a:lstStyle/>
        <a:p>
          <a:endParaRPr lang="en-IN"/>
        </a:p>
      </dgm:t>
    </dgm:pt>
    <dgm:pt modelId="{FF7EC498-FAD8-429A-92C7-9EFF8D919317}" type="pres">
      <dgm:prSet presAssocID="{1A5D767E-4A34-4254-9915-499D98810D7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62AADC6-DF40-42BA-8B6F-7C260E0AF75F}" type="pres">
      <dgm:prSet presAssocID="{373AFCC9-0802-40CC-A617-7F998F93652B}" presName="root1" presStyleCnt="0"/>
      <dgm:spPr/>
    </dgm:pt>
    <dgm:pt modelId="{33123B59-8B8F-4595-9D34-85AD60C23BDC}" type="pres">
      <dgm:prSet presAssocID="{373AFCC9-0802-40CC-A617-7F998F93652B}" presName="LevelOneTextNode" presStyleLbl="node0" presStyleIdx="0" presStyleCnt="1">
        <dgm:presLayoutVars>
          <dgm:chPref val="3"/>
        </dgm:presLayoutVars>
      </dgm:prSet>
      <dgm:spPr/>
    </dgm:pt>
    <dgm:pt modelId="{022699A5-9B5D-4C89-B834-BBA2D7AA2003}" type="pres">
      <dgm:prSet presAssocID="{373AFCC9-0802-40CC-A617-7F998F93652B}" presName="level2hierChild" presStyleCnt="0"/>
      <dgm:spPr/>
    </dgm:pt>
    <dgm:pt modelId="{13EEBEF3-FEEF-418B-8F29-EC110AA12789}" type="pres">
      <dgm:prSet presAssocID="{F8124C18-07AC-42E7-B36C-789B9446C460}" presName="conn2-1" presStyleLbl="parChTrans1D2" presStyleIdx="0" presStyleCnt="3"/>
      <dgm:spPr/>
    </dgm:pt>
    <dgm:pt modelId="{CF7CA6FB-C940-42EE-8BC2-4F4F48C0CC1C}" type="pres">
      <dgm:prSet presAssocID="{F8124C18-07AC-42E7-B36C-789B9446C460}" presName="connTx" presStyleLbl="parChTrans1D2" presStyleIdx="0" presStyleCnt="3"/>
      <dgm:spPr/>
    </dgm:pt>
    <dgm:pt modelId="{3066D6B1-B01F-4296-BF05-864D4E05F4B3}" type="pres">
      <dgm:prSet presAssocID="{BB56B4D2-F933-4A7F-9437-BDB0FA7B38B8}" presName="root2" presStyleCnt="0"/>
      <dgm:spPr/>
    </dgm:pt>
    <dgm:pt modelId="{8EF450AC-523D-4B8D-BBBC-01CF2C9E431E}" type="pres">
      <dgm:prSet presAssocID="{BB56B4D2-F933-4A7F-9437-BDB0FA7B38B8}" presName="LevelTwoTextNode" presStyleLbl="node2" presStyleIdx="0" presStyleCnt="3">
        <dgm:presLayoutVars>
          <dgm:chPref val="3"/>
        </dgm:presLayoutVars>
      </dgm:prSet>
      <dgm:spPr/>
    </dgm:pt>
    <dgm:pt modelId="{87FD5416-2F0F-4E6F-B660-558475D7799A}" type="pres">
      <dgm:prSet presAssocID="{BB56B4D2-F933-4A7F-9437-BDB0FA7B38B8}" presName="level3hierChild" presStyleCnt="0"/>
      <dgm:spPr/>
    </dgm:pt>
    <dgm:pt modelId="{555417A6-CAA5-4D73-8111-80A02923DBE1}" type="pres">
      <dgm:prSet presAssocID="{FF1612C8-87F3-4C31-98EE-A670EC6FB6E0}" presName="conn2-1" presStyleLbl="parChTrans1D2" presStyleIdx="1" presStyleCnt="3"/>
      <dgm:spPr/>
    </dgm:pt>
    <dgm:pt modelId="{FD93D801-4E9E-42D9-AD45-C641E1940898}" type="pres">
      <dgm:prSet presAssocID="{FF1612C8-87F3-4C31-98EE-A670EC6FB6E0}" presName="connTx" presStyleLbl="parChTrans1D2" presStyleIdx="1" presStyleCnt="3"/>
      <dgm:spPr/>
    </dgm:pt>
    <dgm:pt modelId="{20644190-FDC6-4D6C-A1AF-E9C3388AE2E4}" type="pres">
      <dgm:prSet presAssocID="{5385B57A-681B-494B-8CDF-36D8BF8676AB}" presName="root2" presStyleCnt="0"/>
      <dgm:spPr/>
    </dgm:pt>
    <dgm:pt modelId="{599B1676-3C12-4B0E-B56D-EF1764CFB562}" type="pres">
      <dgm:prSet presAssocID="{5385B57A-681B-494B-8CDF-36D8BF8676AB}" presName="LevelTwoTextNode" presStyleLbl="node2" presStyleIdx="1" presStyleCnt="3">
        <dgm:presLayoutVars>
          <dgm:chPref val="3"/>
        </dgm:presLayoutVars>
      </dgm:prSet>
      <dgm:spPr/>
    </dgm:pt>
    <dgm:pt modelId="{51EFA3A6-7DFB-4DDE-A252-0481B980E85C}" type="pres">
      <dgm:prSet presAssocID="{5385B57A-681B-494B-8CDF-36D8BF8676AB}" presName="level3hierChild" presStyleCnt="0"/>
      <dgm:spPr/>
    </dgm:pt>
    <dgm:pt modelId="{1A1E01F8-0753-41C7-8D44-65A2BBAD62E8}" type="pres">
      <dgm:prSet presAssocID="{80000580-DCFF-4C52-AAB5-FB51BF9B310B}" presName="conn2-1" presStyleLbl="parChTrans1D2" presStyleIdx="2" presStyleCnt="3"/>
      <dgm:spPr/>
    </dgm:pt>
    <dgm:pt modelId="{37A24B88-7D79-4CB6-803F-1B4932337523}" type="pres">
      <dgm:prSet presAssocID="{80000580-DCFF-4C52-AAB5-FB51BF9B310B}" presName="connTx" presStyleLbl="parChTrans1D2" presStyleIdx="2" presStyleCnt="3"/>
      <dgm:spPr/>
    </dgm:pt>
    <dgm:pt modelId="{B82EC9F6-AD80-4D1B-9B14-B9FBE8FC7933}" type="pres">
      <dgm:prSet presAssocID="{B69F090E-7A77-4686-B20C-75F09489BBC8}" presName="root2" presStyleCnt="0"/>
      <dgm:spPr/>
    </dgm:pt>
    <dgm:pt modelId="{4F80ED7A-702B-4FFA-94A4-641D2D1744E6}" type="pres">
      <dgm:prSet presAssocID="{B69F090E-7A77-4686-B20C-75F09489BBC8}" presName="LevelTwoTextNode" presStyleLbl="node2" presStyleIdx="2" presStyleCnt="3">
        <dgm:presLayoutVars>
          <dgm:chPref val="3"/>
        </dgm:presLayoutVars>
      </dgm:prSet>
      <dgm:spPr/>
    </dgm:pt>
    <dgm:pt modelId="{EC1215C0-BB37-42F2-95E9-4413549C8291}" type="pres">
      <dgm:prSet presAssocID="{B69F090E-7A77-4686-B20C-75F09489BBC8}" presName="level3hierChild" presStyleCnt="0"/>
      <dgm:spPr/>
    </dgm:pt>
  </dgm:ptLst>
  <dgm:cxnLst>
    <dgm:cxn modelId="{3568571B-58AF-48E4-9561-6E9DE3289496}" srcId="{373AFCC9-0802-40CC-A617-7F998F93652B}" destId="{BB56B4D2-F933-4A7F-9437-BDB0FA7B38B8}" srcOrd="0" destOrd="0" parTransId="{F8124C18-07AC-42E7-B36C-789B9446C460}" sibTransId="{880C9ACF-ECEB-4432-A134-4FFC39868012}"/>
    <dgm:cxn modelId="{D3DC4D1D-AF9A-45BB-A46A-A70668167FD2}" type="presOf" srcId="{5385B57A-681B-494B-8CDF-36D8BF8676AB}" destId="{599B1676-3C12-4B0E-B56D-EF1764CFB562}" srcOrd="0" destOrd="0" presId="urn:microsoft.com/office/officeart/2008/layout/HorizontalMultiLevelHierarchy"/>
    <dgm:cxn modelId="{3A463536-2840-4BE3-8150-6FCFA01462C7}" srcId="{373AFCC9-0802-40CC-A617-7F998F93652B}" destId="{B69F090E-7A77-4686-B20C-75F09489BBC8}" srcOrd="2" destOrd="0" parTransId="{80000580-DCFF-4C52-AAB5-FB51BF9B310B}" sibTransId="{6EAF783A-12C6-4059-B413-98DF80D951CF}"/>
    <dgm:cxn modelId="{2700873E-FAEA-4933-AA61-43BE099668B1}" type="presOf" srcId="{B69F090E-7A77-4686-B20C-75F09489BBC8}" destId="{4F80ED7A-702B-4FFA-94A4-641D2D1744E6}" srcOrd="0" destOrd="0" presId="urn:microsoft.com/office/officeart/2008/layout/HorizontalMultiLevelHierarchy"/>
    <dgm:cxn modelId="{6AEC3E40-8CEE-4BE1-B8D7-C5B5E4617237}" srcId="{1A5D767E-4A34-4254-9915-499D98810D7F}" destId="{373AFCC9-0802-40CC-A617-7F998F93652B}" srcOrd="0" destOrd="0" parTransId="{60FCFEC8-3D64-4329-8AED-791C46998E29}" sibTransId="{BAE83808-6C77-4A5E-8849-BBBCDA3D438A}"/>
    <dgm:cxn modelId="{FD46A169-13B6-43B5-81E8-F9869CA7C401}" type="presOf" srcId="{373AFCC9-0802-40CC-A617-7F998F93652B}" destId="{33123B59-8B8F-4595-9D34-85AD60C23BDC}" srcOrd="0" destOrd="0" presId="urn:microsoft.com/office/officeart/2008/layout/HorizontalMultiLevelHierarchy"/>
    <dgm:cxn modelId="{0609206B-2490-483D-BA98-351D336F6523}" type="presOf" srcId="{80000580-DCFF-4C52-AAB5-FB51BF9B310B}" destId="{1A1E01F8-0753-41C7-8D44-65A2BBAD62E8}" srcOrd="0" destOrd="0" presId="urn:microsoft.com/office/officeart/2008/layout/HorizontalMultiLevelHierarchy"/>
    <dgm:cxn modelId="{7CC38A6D-2293-427A-98D5-F6EAAD498361}" type="presOf" srcId="{FF1612C8-87F3-4C31-98EE-A670EC6FB6E0}" destId="{555417A6-CAA5-4D73-8111-80A02923DBE1}" srcOrd="0" destOrd="0" presId="urn:microsoft.com/office/officeart/2008/layout/HorizontalMultiLevelHierarchy"/>
    <dgm:cxn modelId="{FCAAC550-C375-4917-B40D-0BDF8007A865}" type="presOf" srcId="{1A5D767E-4A34-4254-9915-499D98810D7F}" destId="{FF7EC498-FAD8-429A-92C7-9EFF8D919317}" srcOrd="0" destOrd="0" presId="urn:microsoft.com/office/officeart/2008/layout/HorizontalMultiLevelHierarchy"/>
    <dgm:cxn modelId="{4720F57D-E93E-4E31-B9A3-2B3085555E0A}" type="presOf" srcId="{F8124C18-07AC-42E7-B36C-789B9446C460}" destId="{CF7CA6FB-C940-42EE-8BC2-4F4F48C0CC1C}" srcOrd="1" destOrd="0" presId="urn:microsoft.com/office/officeart/2008/layout/HorizontalMultiLevelHierarchy"/>
    <dgm:cxn modelId="{FF1A0899-23C2-43AC-8A53-E4824C5E6510}" type="presOf" srcId="{F8124C18-07AC-42E7-B36C-789B9446C460}" destId="{13EEBEF3-FEEF-418B-8F29-EC110AA12789}" srcOrd="0" destOrd="0" presId="urn:microsoft.com/office/officeart/2008/layout/HorizontalMultiLevelHierarchy"/>
    <dgm:cxn modelId="{1C3C69BF-005F-48BC-8A21-A27DF9CFDF79}" type="presOf" srcId="{FF1612C8-87F3-4C31-98EE-A670EC6FB6E0}" destId="{FD93D801-4E9E-42D9-AD45-C641E1940898}" srcOrd="1" destOrd="0" presId="urn:microsoft.com/office/officeart/2008/layout/HorizontalMultiLevelHierarchy"/>
    <dgm:cxn modelId="{3046F1DD-DB21-47AD-A21F-01218BEE0730}" type="presOf" srcId="{80000580-DCFF-4C52-AAB5-FB51BF9B310B}" destId="{37A24B88-7D79-4CB6-803F-1B4932337523}" srcOrd="1" destOrd="0" presId="urn:microsoft.com/office/officeart/2008/layout/HorizontalMultiLevelHierarchy"/>
    <dgm:cxn modelId="{5DADEDDE-DDBB-4937-A0F0-AD81ADC42914}" srcId="{373AFCC9-0802-40CC-A617-7F998F93652B}" destId="{5385B57A-681B-494B-8CDF-36D8BF8676AB}" srcOrd="1" destOrd="0" parTransId="{FF1612C8-87F3-4C31-98EE-A670EC6FB6E0}" sibTransId="{14A6F76B-EEB0-4B04-B8C1-43CFCC5E8225}"/>
    <dgm:cxn modelId="{8D41E4FB-2402-40EC-81CA-EBF7A7FCD921}" type="presOf" srcId="{BB56B4D2-F933-4A7F-9437-BDB0FA7B38B8}" destId="{8EF450AC-523D-4B8D-BBBC-01CF2C9E431E}" srcOrd="0" destOrd="0" presId="urn:microsoft.com/office/officeart/2008/layout/HorizontalMultiLevelHierarchy"/>
    <dgm:cxn modelId="{6CB952A2-EAEF-4773-BC7B-9ED2F7886F51}" type="presParOf" srcId="{FF7EC498-FAD8-429A-92C7-9EFF8D919317}" destId="{062AADC6-DF40-42BA-8B6F-7C260E0AF75F}" srcOrd="0" destOrd="0" presId="urn:microsoft.com/office/officeart/2008/layout/HorizontalMultiLevelHierarchy"/>
    <dgm:cxn modelId="{6C02D2AF-AD7D-4488-94CB-5D1F23162DB1}" type="presParOf" srcId="{062AADC6-DF40-42BA-8B6F-7C260E0AF75F}" destId="{33123B59-8B8F-4595-9D34-85AD60C23BDC}" srcOrd="0" destOrd="0" presId="urn:microsoft.com/office/officeart/2008/layout/HorizontalMultiLevelHierarchy"/>
    <dgm:cxn modelId="{B03AD5BB-0968-4268-814C-63EEBA77F7FF}" type="presParOf" srcId="{062AADC6-DF40-42BA-8B6F-7C260E0AF75F}" destId="{022699A5-9B5D-4C89-B834-BBA2D7AA2003}" srcOrd="1" destOrd="0" presId="urn:microsoft.com/office/officeart/2008/layout/HorizontalMultiLevelHierarchy"/>
    <dgm:cxn modelId="{DC196D90-96A5-46CF-A74F-1D42634040D6}" type="presParOf" srcId="{022699A5-9B5D-4C89-B834-BBA2D7AA2003}" destId="{13EEBEF3-FEEF-418B-8F29-EC110AA12789}" srcOrd="0" destOrd="0" presId="urn:microsoft.com/office/officeart/2008/layout/HorizontalMultiLevelHierarchy"/>
    <dgm:cxn modelId="{438ED0EA-4697-4FF0-8BA2-0103798BEBF6}" type="presParOf" srcId="{13EEBEF3-FEEF-418B-8F29-EC110AA12789}" destId="{CF7CA6FB-C940-42EE-8BC2-4F4F48C0CC1C}" srcOrd="0" destOrd="0" presId="urn:microsoft.com/office/officeart/2008/layout/HorizontalMultiLevelHierarchy"/>
    <dgm:cxn modelId="{7EAC9BFE-0AAE-4B47-81E7-18C0BFA53A13}" type="presParOf" srcId="{022699A5-9B5D-4C89-B834-BBA2D7AA2003}" destId="{3066D6B1-B01F-4296-BF05-864D4E05F4B3}" srcOrd="1" destOrd="0" presId="urn:microsoft.com/office/officeart/2008/layout/HorizontalMultiLevelHierarchy"/>
    <dgm:cxn modelId="{EDDBA223-9672-4326-9A79-1F22098A8E19}" type="presParOf" srcId="{3066D6B1-B01F-4296-BF05-864D4E05F4B3}" destId="{8EF450AC-523D-4B8D-BBBC-01CF2C9E431E}" srcOrd="0" destOrd="0" presId="urn:microsoft.com/office/officeart/2008/layout/HorizontalMultiLevelHierarchy"/>
    <dgm:cxn modelId="{7F6E515C-B480-4D07-AE5F-DA1A0C24743E}" type="presParOf" srcId="{3066D6B1-B01F-4296-BF05-864D4E05F4B3}" destId="{87FD5416-2F0F-4E6F-B660-558475D7799A}" srcOrd="1" destOrd="0" presId="urn:microsoft.com/office/officeart/2008/layout/HorizontalMultiLevelHierarchy"/>
    <dgm:cxn modelId="{027AD840-CC62-409F-A065-A7163A6BF7B3}" type="presParOf" srcId="{022699A5-9B5D-4C89-B834-BBA2D7AA2003}" destId="{555417A6-CAA5-4D73-8111-80A02923DBE1}" srcOrd="2" destOrd="0" presId="urn:microsoft.com/office/officeart/2008/layout/HorizontalMultiLevelHierarchy"/>
    <dgm:cxn modelId="{F2CB7103-F90D-40E1-B8F4-9873CA9892C1}" type="presParOf" srcId="{555417A6-CAA5-4D73-8111-80A02923DBE1}" destId="{FD93D801-4E9E-42D9-AD45-C641E1940898}" srcOrd="0" destOrd="0" presId="urn:microsoft.com/office/officeart/2008/layout/HorizontalMultiLevelHierarchy"/>
    <dgm:cxn modelId="{885F9892-B792-4690-BC5A-37E62FCA4BFC}" type="presParOf" srcId="{022699A5-9B5D-4C89-B834-BBA2D7AA2003}" destId="{20644190-FDC6-4D6C-A1AF-E9C3388AE2E4}" srcOrd="3" destOrd="0" presId="urn:microsoft.com/office/officeart/2008/layout/HorizontalMultiLevelHierarchy"/>
    <dgm:cxn modelId="{870BB590-1B78-483A-87AC-139C72F68B3D}" type="presParOf" srcId="{20644190-FDC6-4D6C-A1AF-E9C3388AE2E4}" destId="{599B1676-3C12-4B0E-B56D-EF1764CFB562}" srcOrd="0" destOrd="0" presId="urn:microsoft.com/office/officeart/2008/layout/HorizontalMultiLevelHierarchy"/>
    <dgm:cxn modelId="{0B51BEC0-F89B-40B4-8168-E80E1B5ADA93}" type="presParOf" srcId="{20644190-FDC6-4D6C-A1AF-E9C3388AE2E4}" destId="{51EFA3A6-7DFB-4DDE-A252-0481B980E85C}" srcOrd="1" destOrd="0" presId="urn:microsoft.com/office/officeart/2008/layout/HorizontalMultiLevelHierarchy"/>
    <dgm:cxn modelId="{FD174761-1927-43CA-A61E-6ED0E9D36530}" type="presParOf" srcId="{022699A5-9B5D-4C89-B834-BBA2D7AA2003}" destId="{1A1E01F8-0753-41C7-8D44-65A2BBAD62E8}" srcOrd="4" destOrd="0" presId="urn:microsoft.com/office/officeart/2008/layout/HorizontalMultiLevelHierarchy"/>
    <dgm:cxn modelId="{43FF8275-4CB9-402F-A8C0-9E4FF6F73BB3}" type="presParOf" srcId="{1A1E01F8-0753-41C7-8D44-65A2BBAD62E8}" destId="{37A24B88-7D79-4CB6-803F-1B4932337523}" srcOrd="0" destOrd="0" presId="urn:microsoft.com/office/officeart/2008/layout/HorizontalMultiLevelHierarchy"/>
    <dgm:cxn modelId="{C601BE12-B939-4DB7-9501-500E4E42A39C}" type="presParOf" srcId="{022699A5-9B5D-4C89-B834-BBA2D7AA2003}" destId="{B82EC9F6-AD80-4D1B-9B14-B9FBE8FC7933}" srcOrd="5" destOrd="0" presId="urn:microsoft.com/office/officeart/2008/layout/HorizontalMultiLevelHierarchy"/>
    <dgm:cxn modelId="{74757E2C-C874-4516-9102-F54921E92790}" type="presParOf" srcId="{B82EC9F6-AD80-4D1B-9B14-B9FBE8FC7933}" destId="{4F80ED7A-702B-4FFA-94A4-641D2D1744E6}" srcOrd="0" destOrd="0" presId="urn:microsoft.com/office/officeart/2008/layout/HorizontalMultiLevelHierarchy"/>
    <dgm:cxn modelId="{B0BA670E-70B2-4B27-83EE-ED2C17E636B0}" type="presParOf" srcId="{B82EC9F6-AD80-4D1B-9B14-B9FBE8FC7933}" destId="{EC1215C0-BB37-42F2-95E9-4413549C8291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D722B65-C6EA-4448-B2E3-7D83A940A5F4}" type="doc">
      <dgm:prSet loTypeId="urn:microsoft.com/office/officeart/2026/layout/TextCardShortLineWide" loCatId="textcard" qsTypeId="urn:microsoft.com/office/officeart/2005/8/quickstyle/simple1#5" qsCatId="simple" csTypeId="urn:microsoft.com/office/officeart/2005/8/colors/accent1_2#4" csCatId="accent1" phldr="1"/>
      <dgm:spPr/>
      <dgm:t>
        <a:bodyPr/>
        <a:lstStyle/>
        <a:p>
          <a:endParaRPr lang="en-IN"/>
        </a:p>
      </dgm:t>
    </dgm:pt>
    <dgm:pt modelId="{0E4D4C2A-9457-4A77-8AE8-6E85476274D0}">
      <dgm:prSet phldrT="Title" custT="1"/>
      <dgm:spPr/>
      <dgm:t>
        <a:bodyPr/>
        <a:lstStyle/>
        <a:p>
          <a:pPr>
            <a:defRPr b="1"/>
          </a:pPr>
          <a:r>
            <a:rPr lang="en-IN" sz="2400" b="1" dirty="0">
              <a:solidFill>
                <a:schemeClr val="accent5">
                  <a:lumMod val="75000"/>
                </a:schemeClr>
              </a:solidFill>
            </a:rPr>
            <a:t>Risk:</a:t>
          </a:r>
        </a:p>
      </dgm:t>
    </dgm:pt>
    <dgm:pt modelId="{7B259545-925F-43EA-91E0-ED1F1C596CBF}" type="parTrans" cxnId="{1E916B15-D45C-4207-92D6-2C3945965D45}">
      <dgm:prSet/>
      <dgm:spPr/>
      <dgm:t>
        <a:bodyPr/>
        <a:lstStyle/>
        <a:p>
          <a:endParaRPr lang="en-IN"/>
        </a:p>
      </dgm:t>
    </dgm:pt>
    <dgm:pt modelId="{D7E80F58-4389-48B2-93AD-3AD686899783}" type="sibTrans" cxnId="{1E916B15-D45C-4207-92D6-2C3945965D45}">
      <dgm:prSet/>
      <dgm:spPr/>
      <dgm:t>
        <a:bodyPr/>
        <a:lstStyle/>
        <a:p>
          <a:endParaRPr lang="en-IN"/>
        </a:p>
      </dgm:t>
    </dgm:pt>
    <dgm:pt modelId="{8A825813-FDDC-4FF5-94FE-8F6904BD8072}">
      <dgm:prSet phldrT="Description" custT="1"/>
      <dgm:spPr/>
      <dgm:t>
        <a:bodyPr/>
        <a:lstStyle/>
        <a:p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R(m) = 0.50I(m) + 0.20C(m) + 0.20[1 − P(m)] + 0.10A(m)</a:t>
          </a:r>
        </a:p>
      </dgm:t>
    </dgm:pt>
    <dgm:pt modelId="{48897AE3-1292-47FE-8A1D-5E4979D647BA}" type="parTrans" cxnId="{9C8D4BB8-ACB9-4D73-8080-AFC49124A906}">
      <dgm:prSet/>
      <dgm:spPr/>
      <dgm:t>
        <a:bodyPr/>
        <a:lstStyle/>
        <a:p>
          <a:endParaRPr lang="en-IN"/>
        </a:p>
      </dgm:t>
    </dgm:pt>
    <dgm:pt modelId="{F13254BD-2C11-4D91-8C7C-28C8467029F5}" type="sibTrans" cxnId="{9C8D4BB8-ACB9-4D73-8080-AFC49124A906}">
      <dgm:prSet/>
      <dgm:spPr/>
      <dgm:t>
        <a:bodyPr/>
        <a:lstStyle/>
        <a:p>
          <a:endParaRPr lang="en-IN"/>
        </a:p>
      </dgm:t>
    </dgm:pt>
    <dgm:pt modelId="{9C8378A7-245D-4463-9BA6-74DB2CCD679D}">
      <dgm:prSet phldrT="Title" custT="1"/>
      <dgm:spPr/>
      <dgm:t>
        <a:bodyPr/>
        <a:lstStyle/>
        <a:p>
          <a:pPr>
            <a:defRPr b="1"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Trust:</a:t>
          </a:r>
        </a:p>
      </dgm:t>
    </dgm:pt>
    <dgm:pt modelId="{46420B4E-C06D-48D9-BA82-C79302094757}" type="parTrans" cxnId="{7F5D4AA9-8570-4070-A834-267B0F21D12E}">
      <dgm:prSet/>
      <dgm:spPr/>
      <dgm:t>
        <a:bodyPr/>
        <a:lstStyle/>
        <a:p>
          <a:endParaRPr lang="en-IN"/>
        </a:p>
      </dgm:t>
    </dgm:pt>
    <dgm:pt modelId="{42C8B69D-8610-40D7-A312-6FDEDE07FD27}" type="sibTrans" cxnId="{7F5D4AA9-8570-4070-A834-267B0F21D12E}">
      <dgm:prSet/>
      <dgm:spPr/>
      <dgm:t>
        <a:bodyPr/>
        <a:lstStyle/>
        <a:p>
          <a:endParaRPr lang="en-IN"/>
        </a:p>
      </dgm:t>
    </dgm:pt>
    <dgm:pt modelId="{273706A0-2132-431D-87A6-A078BEF34179}">
      <dgm:prSet phldrT="Description" custT="1"/>
      <dgm:spPr/>
      <dgm:t>
        <a:bodyPr/>
        <a:lstStyle/>
        <a:p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T(m) = 0.45P(m) + 0.25V(m) + 0.20[1 − C(m)] + 0.10[1 − I(m)]</a:t>
          </a:r>
        </a:p>
      </dgm:t>
    </dgm:pt>
    <dgm:pt modelId="{40EC75DA-873F-4878-87C7-62BD240F3392}" type="parTrans" cxnId="{9710ABFA-17DC-463E-9FC8-9ACF726AE265}">
      <dgm:prSet/>
      <dgm:spPr/>
      <dgm:t>
        <a:bodyPr/>
        <a:lstStyle/>
        <a:p>
          <a:endParaRPr lang="en-IN"/>
        </a:p>
      </dgm:t>
    </dgm:pt>
    <dgm:pt modelId="{11B82984-E9C6-4BF4-9F25-006A7AFCC58A}" type="sibTrans" cxnId="{9710ABFA-17DC-463E-9FC8-9ACF726AE265}">
      <dgm:prSet/>
      <dgm:spPr/>
      <dgm:t>
        <a:bodyPr/>
        <a:lstStyle/>
        <a:p>
          <a:endParaRPr lang="en-IN"/>
        </a:p>
      </dgm:t>
    </dgm:pt>
    <dgm:pt modelId="{9E702BEE-EF4C-43EF-B462-D4DA99F1BD46}" type="pres">
      <dgm:prSet presAssocID="{4D722B65-C6EA-4448-B2E3-7D83A940A5F4}" presName="root" presStyleCnt="0">
        <dgm:presLayoutVars>
          <dgm:dir/>
          <dgm:resizeHandles val="exact"/>
        </dgm:presLayoutVars>
      </dgm:prSet>
      <dgm:spPr/>
    </dgm:pt>
    <dgm:pt modelId="{7945CF8B-9819-443B-AED9-51A34D2E8A34}" type="pres">
      <dgm:prSet presAssocID="{0E4D4C2A-9457-4A77-8AE8-6E85476274D0}" presName="compNode" presStyleCnt="0"/>
      <dgm:spPr/>
    </dgm:pt>
    <dgm:pt modelId="{F884638B-CF76-4FA8-9145-81D2EC6D793B}" type="pres">
      <dgm:prSet presAssocID="{0E4D4C2A-9457-4A77-8AE8-6E85476274D0}" presName="accentLine" presStyleLbl="dkBgShp" presStyleIdx="0" presStyleCnt="2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7BE99420-FDE5-4F18-8024-5EB6876044CB}" type="pres">
      <dgm:prSet presAssocID="{0E4D4C2A-9457-4A77-8AE8-6E85476274D0}" presName="titleText" presStyleLbl="revTx" presStyleIdx="0" presStyleCnt="4">
        <dgm:presLayoutVars>
          <dgm:chMax val="0"/>
          <dgm:chPref val="0"/>
        </dgm:presLayoutVars>
      </dgm:prSet>
      <dgm:spPr/>
    </dgm:pt>
    <dgm:pt modelId="{5DD122BA-807E-44FF-BBF7-70726B1B29D5}" type="pres">
      <dgm:prSet presAssocID="{0E4D4C2A-9457-4A77-8AE8-6E85476274D0}" presName="bodyText" presStyleLbl="revTx" presStyleIdx="1" presStyleCnt="4">
        <dgm:presLayoutVars>
          <dgm:chMax val="0"/>
          <dgm:chPref val="0"/>
        </dgm:presLayoutVars>
      </dgm:prSet>
      <dgm:spPr/>
    </dgm:pt>
    <dgm:pt modelId="{ED64B69A-14D0-4BBF-9C39-474FA9234A14}" type="pres">
      <dgm:prSet presAssocID="{D7E80F58-4389-48B2-93AD-3AD686899783}" presName="sibTrans" presStyleCnt="0"/>
      <dgm:spPr/>
    </dgm:pt>
    <dgm:pt modelId="{4EE3F270-E918-4CB7-8280-C89B98D694BC}" type="pres">
      <dgm:prSet presAssocID="{9C8378A7-245D-4463-9BA6-74DB2CCD679D}" presName="compNode" presStyleCnt="0"/>
      <dgm:spPr/>
    </dgm:pt>
    <dgm:pt modelId="{FF33F4D6-B8F8-4D35-92EA-E7AA13E21476}" type="pres">
      <dgm:prSet presAssocID="{9C8378A7-245D-4463-9BA6-74DB2CCD679D}" presName="accentLine" presStyleLbl="dkBgShp" presStyleIdx="1" presStyleCnt="2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FA1CB717-8A59-444E-9E85-616B30AEAE9D}" type="pres">
      <dgm:prSet presAssocID="{9C8378A7-245D-4463-9BA6-74DB2CCD679D}" presName="titleText" presStyleLbl="revTx" presStyleIdx="2" presStyleCnt="4">
        <dgm:presLayoutVars>
          <dgm:chMax val="0"/>
          <dgm:chPref val="0"/>
        </dgm:presLayoutVars>
      </dgm:prSet>
      <dgm:spPr/>
    </dgm:pt>
    <dgm:pt modelId="{71026CBC-BF71-4117-985B-7622FE5C94E1}" type="pres">
      <dgm:prSet presAssocID="{9C8378A7-245D-4463-9BA6-74DB2CCD679D}" presName="bodyText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E916B15-D45C-4207-92D6-2C3945965D45}" srcId="{4D722B65-C6EA-4448-B2E3-7D83A940A5F4}" destId="{0E4D4C2A-9457-4A77-8AE8-6E85476274D0}" srcOrd="0" destOrd="0" parTransId="{7B259545-925F-43EA-91E0-ED1F1C596CBF}" sibTransId="{D7E80F58-4389-48B2-93AD-3AD686899783}"/>
    <dgm:cxn modelId="{E849E847-2505-46F4-854A-DF0BE2E93BED}" type="presOf" srcId="{8A825813-FDDC-4FF5-94FE-8F6904BD8072}" destId="{5DD122BA-807E-44FF-BBF7-70726B1B29D5}" srcOrd="0" destOrd="0" presId="urn:microsoft.com/office/officeart/2026/layout/TextCardShortLineWide"/>
    <dgm:cxn modelId="{763AD44D-68E0-46EE-8FD9-9D45AFD65C15}" type="presOf" srcId="{9C8378A7-245D-4463-9BA6-74DB2CCD679D}" destId="{FA1CB717-8A59-444E-9E85-616B30AEAE9D}" srcOrd="0" destOrd="0" presId="urn:microsoft.com/office/officeart/2026/layout/TextCardShortLineWide"/>
    <dgm:cxn modelId="{B0FAC476-34A2-4777-BA3C-065B0EDECE4F}" type="presOf" srcId="{4D722B65-C6EA-4448-B2E3-7D83A940A5F4}" destId="{9E702BEE-EF4C-43EF-B462-D4DA99F1BD46}" srcOrd="0" destOrd="0" presId="urn:microsoft.com/office/officeart/2026/layout/TextCardShortLineWide"/>
    <dgm:cxn modelId="{61696F9F-B78E-4959-80AF-17AB89CC2049}" type="presOf" srcId="{0E4D4C2A-9457-4A77-8AE8-6E85476274D0}" destId="{7BE99420-FDE5-4F18-8024-5EB6876044CB}" srcOrd="0" destOrd="0" presId="urn:microsoft.com/office/officeart/2026/layout/TextCardShortLineWide"/>
    <dgm:cxn modelId="{7F5D4AA9-8570-4070-A834-267B0F21D12E}" srcId="{4D722B65-C6EA-4448-B2E3-7D83A940A5F4}" destId="{9C8378A7-245D-4463-9BA6-74DB2CCD679D}" srcOrd="1" destOrd="0" parTransId="{46420B4E-C06D-48D9-BA82-C79302094757}" sibTransId="{42C8B69D-8610-40D7-A312-6FDEDE07FD27}"/>
    <dgm:cxn modelId="{9C8D4BB8-ACB9-4D73-8080-AFC49124A906}" srcId="{0E4D4C2A-9457-4A77-8AE8-6E85476274D0}" destId="{8A825813-FDDC-4FF5-94FE-8F6904BD8072}" srcOrd="0" destOrd="0" parTransId="{48897AE3-1292-47FE-8A1D-5E4979D647BA}" sibTransId="{F13254BD-2C11-4D91-8C7C-28C8467029F5}"/>
    <dgm:cxn modelId="{767C7CDD-E284-4A93-8A2D-E3B95AB5DF97}" type="presOf" srcId="{273706A0-2132-431D-87A6-A078BEF34179}" destId="{71026CBC-BF71-4117-985B-7622FE5C94E1}" srcOrd="0" destOrd="0" presId="urn:microsoft.com/office/officeart/2026/layout/TextCardShortLineWide"/>
    <dgm:cxn modelId="{9710ABFA-17DC-463E-9FC8-9ACF726AE265}" srcId="{9C8378A7-245D-4463-9BA6-74DB2CCD679D}" destId="{273706A0-2132-431D-87A6-A078BEF34179}" srcOrd="0" destOrd="0" parTransId="{40EC75DA-873F-4878-87C7-62BD240F3392}" sibTransId="{11B82984-E9C6-4BF4-9F25-006A7AFCC58A}"/>
    <dgm:cxn modelId="{2ED42B7A-0CEA-4980-984A-7F4E8C6DD3A0}" type="presParOf" srcId="{9E702BEE-EF4C-43EF-B462-D4DA99F1BD46}" destId="{7945CF8B-9819-443B-AED9-51A34D2E8A34}" srcOrd="0" destOrd="0" presId="urn:microsoft.com/office/officeart/2026/layout/TextCardShortLineWide"/>
    <dgm:cxn modelId="{7BF4658F-3A99-46F1-BEEF-334B2BB9BDDA}" type="presParOf" srcId="{7945CF8B-9819-443B-AED9-51A34D2E8A34}" destId="{F884638B-CF76-4FA8-9145-81D2EC6D793B}" srcOrd="0" destOrd="0" presId="urn:microsoft.com/office/officeart/2026/layout/TextCardShortLineWide"/>
    <dgm:cxn modelId="{31AFA56B-DC8E-412B-B108-0231FE3462A6}" type="presParOf" srcId="{7945CF8B-9819-443B-AED9-51A34D2E8A34}" destId="{7BE99420-FDE5-4F18-8024-5EB6876044CB}" srcOrd="1" destOrd="0" presId="urn:microsoft.com/office/officeart/2026/layout/TextCardShortLineWide"/>
    <dgm:cxn modelId="{FDAE38F1-5337-4C07-BAD8-E08E29A472C0}" type="presParOf" srcId="{7945CF8B-9819-443B-AED9-51A34D2E8A34}" destId="{5DD122BA-807E-44FF-BBF7-70726B1B29D5}" srcOrd="2" destOrd="0" presId="urn:microsoft.com/office/officeart/2026/layout/TextCardShortLineWide"/>
    <dgm:cxn modelId="{1F14BB53-4846-41DD-B62D-62D2E508743D}" type="presParOf" srcId="{9E702BEE-EF4C-43EF-B462-D4DA99F1BD46}" destId="{ED64B69A-14D0-4BBF-9C39-474FA9234A14}" srcOrd="1" destOrd="0" presId="urn:microsoft.com/office/officeart/2026/layout/TextCardShortLineWide"/>
    <dgm:cxn modelId="{75456686-63BE-41E5-96AE-70DA47DF173B}" type="presParOf" srcId="{9E702BEE-EF4C-43EF-B462-D4DA99F1BD46}" destId="{4EE3F270-E918-4CB7-8280-C89B98D694BC}" srcOrd="2" destOrd="0" presId="urn:microsoft.com/office/officeart/2026/layout/TextCardShortLineWide"/>
    <dgm:cxn modelId="{B986F2BC-375E-4432-AB7C-4BCDD5A027C0}" type="presParOf" srcId="{4EE3F270-E918-4CB7-8280-C89B98D694BC}" destId="{FF33F4D6-B8F8-4D35-92EA-E7AA13E21476}" srcOrd="0" destOrd="0" presId="urn:microsoft.com/office/officeart/2026/layout/TextCardShortLineWide"/>
    <dgm:cxn modelId="{81E419CC-0FBA-4E7D-9402-E09AB6A84FD8}" type="presParOf" srcId="{4EE3F270-E918-4CB7-8280-C89B98D694BC}" destId="{FA1CB717-8A59-444E-9E85-616B30AEAE9D}" srcOrd="1" destOrd="0" presId="urn:microsoft.com/office/officeart/2026/layout/TextCardShortLineWide"/>
    <dgm:cxn modelId="{686F7058-DCEF-4D39-AA0F-A5FBBA6E8B3B}" type="presParOf" srcId="{4EE3F270-E918-4CB7-8280-C89B98D694BC}" destId="{71026CBC-BF71-4117-985B-7622FE5C94E1}" srcOrd="2" destOrd="0" presId="urn:microsoft.com/office/officeart/2026/layout/TextCardShortLineWid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26C582-0362-43E7-B30F-B27EA509B002}">
      <dsp:nvSpPr>
        <dsp:cNvPr id="0" name=""/>
        <dsp:cNvSpPr/>
      </dsp:nvSpPr>
      <dsp:spPr>
        <a:xfrm>
          <a:off x="0" y="287979"/>
          <a:ext cx="1016000" cy="6096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>
              <a:solidFill>
                <a:schemeClr val="accent5">
                  <a:lumMod val="75000"/>
                </a:schemeClr>
              </a:solidFill>
            </a:rPr>
            <a:t>Capture</a:t>
          </a:r>
        </a:p>
      </dsp:txBody>
      <dsp:txXfrm>
        <a:off x="17855" y="305834"/>
        <a:ext cx="980290" cy="573890"/>
      </dsp:txXfrm>
    </dsp:sp>
    <dsp:sp modelId="{30C73709-52B4-416D-BE86-18E5C450DDC8}">
      <dsp:nvSpPr>
        <dsp:cNvPr id="0" name=""/>
        <dsp:cNvSpPr/>
      </dsp:nvSpPr>
      <dsp:spPr>
        <a:xfrm>
          <a:off x="1117599" y="466796"/>
          <a:ext cx="215392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b="1" kern="1200">
            <a:solidFill>
              <a:schemeClr val="accent5">
                <a:lumMod val="75000"/>
              </a:schemeClr>
            </a:solidFill>
          </a:endParaRPr>
        </a:p>
      </dsp:txBody>
      <dsp:txXfrm>
        <a:off x="1117599" y="517190"/>
        <a:ext cx="150774" cy="151180"/>
      </dsp:txXfrm>
    </dsp:sp>
    <dsp:sp modelId="{B525C074-D843-486C-98DF-0D6919525974}">
      <dsp:nvSpPr>
        <dsp:cNvPr id="0" name=""/>
        <dsp:cNvSpPr/>
      </dsp:nvSpPr>
      <dsp:spPr>
        <a:xfrm>
          <a:off x="1422399" y="287979"/>
          <a:ext cx="1016000" cy="6096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>
              <a:solidFill>
                <a:schemeClr val="accent5">
                  <a:lumMod val="75000"/>
                </a:schemeClr>
              </a:solidFill>
            </a:rPr>
            <a:t>Detect</a:t>
          </a:r>
        </a:p>
      </dsp:txBody>
      <dsp:txXfrm>
        <a:off x="1440254" y="305834"/>
        <a:ext cx="980290" cy="573890"/>
      </dsp:txXfrm>
    </dsp:sp>
    <dsp:sp modelId="{7D31CBF8-1D2D-4D17-B60B-DEF3135E3095}">
      <dsp:nvSpPr>
        <dsp:cNvPr id="0" name=""/>
        <dsp:cNvSpPr/>
      </dsp:nvSpPr>
      <dsp:spPr>
        <a:xfrm>
          <a:off x="2539999" y="466796"/>
          <a:ext cx="215392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b="1" kern="1200">
            <a:solidFill>
              <a:schemeClr val="accent5">
                <a:lumMod val="75000"/>
              </a:schemeClr>
            </a:solidFill>
          </a:endParaRPr>
        </a:p>
      </dsp:txBody>
      <dsp:txXfrm>
        <a:off x="2539999" y="517190"/>
        <a:ext cx="150774" cy="151180"/>
      </dsp:txXfrm>
    </dsp:sp>
    <dsp:sp modelId="{0105C7C6-4EEB-46C8-B985-D7876CE41B62}">
      <dsp:nvSpPr>
        <dsp:cNvPr id="0" name=""/>
        <dsp:cNvSpPr/>
      </dsp:nvSpPr>
      <dsp:spPr>
        <a:xfrm>
          <a:off x="2844799" y="287979"/>
          <a:ext cx="1016000" cy="6096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>
              <a:solidFill>
                <a:schemeClr val="accent5">
                  <a:lumMod val="75000"/>
                </a:schemeClr>
              </a:solidFill>
            </a:rPr>
            <a:t>Compare</a:t>
          </a:r>
        </a:p>
      </dsp:txBody>
      <dsp:txXfrm>
        <a:off x="2862654" y="305834"/>
        <a:ext cx="980290" cy="573890"/>
      </dsp:txXfrm>
    </dsp:sp>
    <dsp:sp modelId="{571061D9-AF08-4776-82DE-DA65EA1808DB}">
      <dsp:nvSpPr>
        <dsp:cNvPr id="0" name=""/>
        <dsp:cNvSpPr/>
      </dsp:nvSpPr>
      <dsp:spPr>
        <a:xfrm>
          <a:off x="3962400" y="466796"/>
          <a:ext cx="215391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b="1" kern="1200">
            <a:solidFill>
              <a:schemeClr val="accent5">
                <a:lumMod val="75000"/>
              </a:schemeClr>
            </a:solidFill>
          </a:endParaRPr>
        </a:p>
      </dsp:txBody>
      <dsp:txXfrm>
        <a:off x="3962400" y="517190"/>
        <a:ext cx="150774" cy="151180"/>
      </dsp:txXfrm>
    </dsp:sp>
    <dsp:sp modelId="{BC015356-BAB0-4875-BA4D-B92FCF541112}">
      <dsp:nvSpPr>
        <dsp:cNvPr id="0" name=""/>
        <dsp:cNvSpPr/>
      </dsp:nvSpPr>
      <dsp:spPr>
        <a:xfrm>
          <a:off x="4267199" y="287979"/>
          <a:ext cx="1016000" cy="6096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>
              <a:solidFill>
                <a:schemeClr val="accent5">
                  <a:lumMod val="75000"/>
                </a:schemeClr>
              </a:solidFill>
            </a:rPr>
            <a:t>Score</a:t>
          </a:r>
        </a:p>
      </dsp:txBody>
      <dsp:txXfrm>
        <a:off x="4285054" y="305834"/>
        <a:ext cx="980290" cy="573890"/>
      </dsp:txXfrm>
    </dsp:sp>
    <dsp:sp modelId="{D3D91972-E20F-4FD1-9951-66504E187BA1}">
      <dsp:nvSpPr>
        <dsp:cNvPr id="0" name=""/>
        <dsp:cNvSpPr/>
      </dsp:nvSpPr>
      <dsp:spPr>
        <a:xfrm>
          <a:off x="5384799" y="466796"/>
          <a:ext cx="215392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b="1" kern="1200">
            <a:solidFill>
              <a:schemeClr val="accent5">
                <a:lumMod val="75000"/>
              </a:schemeClr>
            </a:solidFill>
          </a:endParaRPr>
        </a:p>
      </dsp:txBody>
      <dsp:txXfrm>
        <a:off x="5384799" y="517190"/>
        <a:ext cx="150774" cy="151180"/>
      </dsp:txXfrm>
    </dsp:sp>
    <dsp:sp modelId="{47076E99-36A0-4534-9101-CBDE6129ED5E}">
      <dsp:nvSpPr>
        <dsp:cNvPr id="0" name=""/>
        <dsp:cNvSpPr/>
      </dsp:nvSpPr>
      <dsp:spPr>
        <a:xfrm>
          <a:off x="5689599" y="287979"/>
          <a:ext cx="1016000" cy="6096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>
              <a:solidFill>
                <a:schemeClr val="accent5">
                  <a:lumMod val="75000"/>
                </a:schemeClr>
              </a:solidFill>
            </a:rPr>
            <a:t>Classify</a:t>
          </a:r>
        </a:p>
      </dsp:txBody>
      <dsp:txXfrm>
        <a:off x="5707454" y="305834"/>
        <a:ext cx="980290" cy="573890"/>
      </dsp:txXfrm>
    </dsp:sp>
    <dsp:sp modelId="{96FF835D-0285-4B6E-B0E1-E1FBE12417AF}">
      <dsp:nvSpPr>
        <dsp:cNvPr id="0" name=""/>
        <dsp:cNvSpPr/>
      </dsp:nvSpPr>
      <dsp:spPr>
        <a:xfrm>
          <a:off x="6807200" y="466796"/>
          <a:ext cx="215392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b="1" kern="1200">
            <a:solidFill>
              <a:schemeClr val="accent5">
                <a:lumMod val="75000"/>
              </a:schemeClr>
            </a:solidFill>
          </a:endParaRPr>
        </a:p>
      </dsp:txBody>
      <dsp:txXfrm>
        <a:off x="6807200" y="517190"/>
        <a:ext cx="150774" cy="151180"/>
      </dsp:txXfrm>
    </dsp:sp>
    <dsp:sp modelId="{7A7519D6-1E45-455A-8E0A-5098FB71A6FE}">
      <dsp:nvSpPr>
        <dsp:cNvPr id="0" name=""/>
        <dsp:cNvSpPr/>
      </dsp:nvSpPr>
      <dsp:spPr>
        <a:xfrm>
          <a:off x="7112000" y="287979"/>
          <a:ext cx="1016000" cy="6096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>
              <a:solidFill>
                <a:schemeClr val="accent5">
                  <a:lumMod val="75000"/>
                </a:schemeClr>
              </a:solidFill>
            </a:rPr>
            <a:t>Retrieve</a:t>
          </a:r>
        </a:p>
      </dsp:txBody>
      <dsp:txXfrm>
        <a:off x="7129855" y="305834"/>
        <a:ext cx="980290" cy="5738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A479F-7B14-4FF9-9E8C-10849907C868}">
      <dsp:nvSpPr>
        <dsp:cNvPr id="0" name=""/>
        <dsp:cNvSpPr/>
      </dsp:nvSpPr>
      <dsp:spPr>
        <a:xfrm>
          <a:off x="4668" y="98718"/>
          <a:ext cx="2041346" cy="1282220"/>
        </a:xfrm>
        <a:prstGeom prst="roundRect">
          <a:avLst>
            <a:gd name="adj" fmla="val 10000"/>
          </a:avLst>
        </a:prstGeom>
        <a:solidFill>
          <a:schemeClr val="lt1"/>
        </a:solidFill>
        <a:ln w="381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Malicious Content</a:t>
          </a:r>
        </a:p>
      </dsp:txBody>
      <dsp:txXfrm>
        <a:off x="42223" y="136273"/>
        <a:ext cx="1966236" cy="1207110"/>
      </dsp:txXfrm>
    </dsp:sp>
    <dsp:sp modelId="{54E38634-1331-499D-9541-980295ADF341}">
      <dsp:nvSpPr>
        <dsp:cNvPr id="0" name=""/>
        <dsp:cNvSpPr/>
      </dsp:nvSpPr>
      <dsp:spPr>
        <a:xfrm>
          <a:off x="2250149" y="486702"/>
          <a:ext cx="432765" cy="5062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/>
        </a:p>
      </dsp:txBody>
      <dsp:txXfrm>
        <a:off x="2250149" y="587953"/>
        <a:ext cx="302936" cy="303751"/>
      </dsp:txXfrm>
    </dsp:sp>
    <dsp:sp modelId="{89D33802-FF33-43DC-888F-4271D8AD77AB}">
      <dsp:nvSpPr>
        <dsp:cNvPr id="0" name=""/>
        <dsp:cNvSpPr/>
      </dsp:nvSpPr>
      <dsp:spPr>
        <a:xfrm>
          <a:off x="2862553" y="98718"/>
          <a:ext cx="2041346" cy="1282220"/>
        </a:xfrm>
        <a:prstGeom prst="roundRect">
          <a:avLst>
            <a:gd name="adj" fmla="val 10000"/>
          </a:avLst>
        </a:prstGeom>
        <a:solidFill>
          <a:schemeClr val="lt1"/>
        </a:solidFill>
        <a:ln w="381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Stored as Memory</a:t>
          </a:r>
        </a:p>
      </dsp:txBody>
      <dsp:txXfrm>
        <a:off x="2900108" y="136273"/>
        <a:ext cx="1966236" cy="1207110"/>
      </dsp:txXfrm>
    </dsp:sp>
    <dsp:sp modelId="{8B92D148-B42C-4BC1-B3F3-490BE2CE2956}">
      <dsp:nvSpPr>
        <dsp:cNvPr id="0" name=""/>
        <dsp:cNvSpPr/>
      </dsp:nvSpPr>
      <dsp:spPr>
        <a:xfrm>
          <a:off x="5108034" y="486702"/>
          <a:ext cx="432765" cy="5062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/>
        </a:p>
      </dsp:txBody>
      <dsp:txXfrm>
        <a:off x="5108034" y="587953"/>
        <a:ext cx="302936" cy="303751"/>
      </dsp:txXfrm>
    </dsp:sp>
    <dsp:sp modelId="{3E5694AB-8F10-4222-9F5B-6875CEF17549}">
      <dsp:nvSpPr>
        <dsp:cNvPr id="0" name=""/>
        <dsp:cNvSpPr/>
      </dsp:nvSpPr>
      <dsp:spPr>
        <a:xfrm>
          <a:off x="5720438" y="98718"/>
          <a:ext cx="2041346" cy="1282220"/>
        </a:xfrm>
        <a:prstGeom prst="roundRect">
          <a:avLst>
            <a:gd name="adj" fmla="val 10000"/>
          </a:avLst>
        </a:prstGeom>
        <a:solidFill>
          <a:schemeClr val="lt1"/>
        </a:solidFill>
        <a:ln w="381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Retrieved Later</a:t>
          </a:r>
        </a:p>
      </dsp:txBody>
      <dsp:txXfrm>
        <a:off x="5757993" y="136273"/>
        <a:ext cx="1966236" cy="1207110"/>
      </dsp:txXfrm>
    </dsp:sp>
    <dsp:sp modelId="{F1C5EF5F-2F85-4D65-82C4-DC2AE2C206CD}">
      <dsp:nvSpPr>
        <dsp:cNvPr id="0" name=""/>
        <dsp:cNvSpPr/>
      </dsp:nvSpPr>
      <dsp:spPr>
        <a:xfrm>
          <a:off x="7965919" y="486702"/>
          <a:ext cx="432765" cy="5062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/>
        </a:p>
      </dsp:txBody>
      <dsp:txXfrm>
        <a:off x="7965919" y="587953"/>
        <a:ext cx="302936" cy="303751"/>
      </dsp:txXfrm>
    </dsp:sp>
    <dsp:sp modelId="{340EFA02-8501-46CC-8194-E7254FE85032}">
      <dsp:nvSpPr>
        <dsp:cNvPr id="0" name=""/>
        <dsp:cNvSpPr/>
      </dsp:nvSpPr>
      <dsp:spPr>
        <a:xfrm>
          <a:off x="8578322" y="98718"/>
          <a:ext cx="2041346" cy="1282220"/>
        </a:xfrm>
        <a:prstGeom prst="roundRect">
          <a:avLst>
            <a:gd name="adj" fmla="val 10000"/>
          </a:avLst>
        </a:prstGeom>
        <a:solidFill>
          <a:schemeClr val="lt1"/>
        </a:solidFill>
        <a:ln w="381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Influences Agent Response</a:t>
          </a:r>
        </a:p>
      </dsp:txBody>
      <dsp:txXfrm>
        <a:off x="8615877" y="136273"/>
        <a:ext cx="1966236" cy="12071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7D46B1-104B-48CF-813E-5192A6227083}">
      <dsp:nvSpPr>
        <dsp:cNvPr id="0" name=""/>
        <dsp:cNvSpPr/>
      </dsp:nvSpPr>
      <dsp:spPr>
        <a:xfrm>
          <a:off x="2312647" y="3237"/>
          <a:ext cx="2578455" cy="644613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Candidate Memory</a:t>
          </a:r>
        </a:p>
      </dsp:txBody>
      <dsp:txXfrm>
        <a:off x="2331527" y="22117"/>
        <a:ext cx="2540695" cy="606853"/>
      </dsp:txXfrm>
    </dsp:sp>
    <dsp:sp modelId="{1D4956C4-9D64-46B3-BB3F-106A00EBCDB5}">
      <dsp:nvSpPr>
        <dsp:cNvPr id="0" name=""/>
        <dsp:cNvSpPr/>
      </dsp:nvSpPr>
      <dsp:spPr>
        <a:xfrm rot="5400000">
          <a:off x="3481009" y="623890"/>
          <a:ext cx="241730" cy="290076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>
            <a:solidFill>
              <a:schemeClr val="accent5">
                <a:lumMod val="75000"/>
              </a:schemeClr>
            </a:solidFill>
          </a:endParaRPr>
        </a:p>
      </dsp:txBody>
      <dsp:txXfrm rot="-5400000">
        <a:off x="3514852" y="648063"/>
        <a:ext cx="174046" cy="169211"/>
      </dsp:txXfrm>
    </dsp:sp>
    <dsp:sp modelId="{2641BAFA-062A-4B83-813E-B3215666BEC9}">
      <dsp:nvSpPr>
        <dsp:cNvPr id="0" name=""/>
        <dsp:cNvSpPr/>
      </dsp:nvSpPr>
      <dsp:spPr>
        <a:xfrm>
          <a:off x="2312647" y="890005"/>
          <a:ext cx="2578455" cy="644613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Normalization</a:t>
          </a:r>
        </a:p>
      </dsp:txBody>
      <dsp:txXfrm>
        <a:off x="2331527" y="908885"/>
        <a:ext cx="2540695" cy="606853"/>
      </dsp:txXfrm>
    </dsp:sp>
    <dsp:sp modelId="{4E646B70-3CFC-47A2-9D4F-03D66C2F0155}">
      <dsp:nvSpPr>
        <dsp:cNvPr id="0" name=""/>
        <dsp:cNvSpPr/>
      </dsp:nvSpPr>
      <dsp:spPr>
        <a:xfrm rot="5400000">
          <a:off x="3481009" y="1510658"/>
          <a:ext cx="241730" cy="290076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>
            <a:solidFill>
              <a:schemeClr val="accent5">
                <a:lumMod val="75000"/>
              </a:schemeClr>
            </a:solidFill>
          </a:endParaRPr>
        </a:p>
      </dsp:txBody>
      <dsp:txXfrm rot="-5400000">
        <a:off x="3514852" y="1534831"/>
        <a:ext cx="174046" cy="169211"/>
      </dsp:txXfrm>
    </dsp:sp>
    <dsp:sp modelId="{92B0C99A-C8C6-453F-929C-9A3D1E1F2F80}">
      <dsp:nvSpPr>
        <dsp:cNvPr id="0" name=""/>
        <dsp:cNvSpPr/>
      </dsp:nvSpPr>
      <dsp:spPr>
        <a:xfrm>
          <a:off x="2312647" y="1776773"/>
          <a:ext cx="2578455" cy="644613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Provenance + SHA-256 Integrity Hash</a:t>
          </a:r>
        </a:p>
      </dsp:txBody>
      <dsp:txXfrm>
        <a:off x="2331527" y="1795653"/>
        <a:ext cx="2540695" cy="606853"/>
      </dsp:txXfrm>
    </dsp:sp>
    <dsp:sp modelId="{9D0D5DA5-4DE8-46F2-89D2-3F1F09BD033C}">
      <dsp:nvSpPr>
        <dsp:cNvPr id="0" name=""/>
        <dsp:cNvSpPr/>
      </dsp:nvSpPr>
      <dsp:spPr>
        <a:xfrm rot="5400000">
          <a:off x="3481009" y="2397426"/>
          <a:ext cx="241730" cy="290076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>
            <a:solidFill>
              <a:schemeClr val="accent5">
                <a:lumMod val="75000"/>
              </a:schemeClr>
            </a:solidFill>
          </a:endParaRPr>
        </a:p>
      </dsp:txBody>
      <dsp:txXfrm rot="-5400000">
        <a:off x="3514852" y="2421599"/>
        <a:ext cx="174046" cy="169211"/>
      </dsp:txXfrm>
    </dsp:sp>
    <dsp:sp modelId="{AB2D385A-BFC4-4607-82EA-FEBE390399C2}">
      <dsp:nvSpPr>
        <dsp:cNvPr id="0" name=""/>
        <dsp:cNvSpPr/>
      </dsp:nvSpPr>
      <dsp:spPr>
        <a:xfrm>
          <a:off x="2312647" y="2663541"/>
          <a:ext cx="2578455" cy="644613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Layered Validation</a:t>
          </a:r>
        </a:p>
      </dsp:txBody>
      <dsp:txXfrm>
        <a:off x="2331527" y="2682421"/>
        <a:ext cx="2540695" cy="606853"/>
      </dsp:txXfrm>
    </dsp:sp>
    <dsp:sp modelId="{11409950-681A-43F9-8836-04EE11D5028D}">
      <dsp:nvSpPr>
        <dsp:cNvPr id="0" name=""/>
        <dsp:cNvSpPr/>
      </dsp:nvSpPr>
      <dsp:spPr>
        <a:xfrm rot="5400000">
          <a:off x="3481009" y="3284194"/>
          <a:ext cx="241730" cy="290076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>
            <a:solidFill>
              <a:schemeClr val="accent5">
                <a:lumMod val="75000"/>
              </a:schemeClr>
            </a:solidFill>
          </a:endParaRPr>
        </a:p>
      </dsp:txBody>
      <dsp:txXfrm rot="-5400000">
        <a:off x="3514852" y="3308367"/>
        <a:ext cx="174046" cy="169211"/>
      </dsp:txXfrm>
    </dsp:sp>
    <dsp:sp modelId="{47DA1F20-8E82-45E6-9872-F92E3BA6D539}">
      <dsp:nvSpPr>
        <dsp:cNvPr id="0" name=""/>
        <dsp:cNvSpPr/>
      </dsp:nvSpPr>
      <dsp:spPr>
        <a:xfrm>
          <a:off x="2312647" y="3550309"/>
          <a:ext cx="2578455" cy="644613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Trust–Risk Scoring</a:t>
          </a:r>
        </a:p>
      </dsp:txBody>
      <dsp:txXfrm>
        <a:off x="2331527" y="3569189"/>
        <a:ext cx="2540695" cy="606853"/>
      </dsp:txXfrm>
    </dsp:sp>
    <dsp:sp modelId="{291641C7-10C6-4B2D-A87A-3B3A4BE5DD21}">
      <dsp:nvSpPr>
        <dsp:cNvPr id="0" name=""/>
        <dsp:cNvSpPr/>
      </dsp:nvSpPr>
      <dsp:spPr>
        <a:xfrm rot="5400000">
          <a:off x="3481009" y="4170962"/>
          <a:ext cx="241730" cy="290076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>
            <a:solidFill>
              <a:schemeClr val="accent5">
                <a:lumMod val="75000"/>
              </a:schemeClr>
            </a:solidFill>
          </a:endParaRPr>
        </a:p>
      </dsp:txBody>
      <dsp:txXfrm rot="-5400000">
        <a:off x="3514852" y="4195135"/>
        <a:ext cx="174046" cy="169211"/>
      </dsp:txXfrm>
    </dsp:sp>
    <dsp:sp modelId="{1302D934-D468-496F-953F-DE26ECABB253}">
      <dsp:nvSpPr>
        <dsp:cNvPr id="0" name=""/>
        <dsp:cNvSpPr/>
      </dsp:nvSpPr>
      <dsp:spPr>
        <a:xfrm>
          <a:off x="2312647" y="4437077"/>
          <a:ext cx="2578455" cy="644613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Storage Decision</a:t>
          </a:r>
        </a:p>
      </dsp:txBody>
      <dsp:txXfrm>
        <a:off x="2331527" y="4455957"/>
        <a:ext cx="2540695" cy="6068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1E01F8-0753-41C7-8D44-65A2BBAD62E8}">
      <dsp:nvSpPr>
        <dsp:cNvPr id="0" name=""/>
        <dsp:cNvSpPr/>
      </dsp:nvSpPr>
      <dsp:spPr>
        <a:xfrm>
          <a:off x="997972" y="2482924"/>
          <a:ext cx="617735" cy="11770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08867" y="0"/>
              </a:lnTo>
              <a:lnTo>
                <a:pt x="308867" y="1177086"/>
              </a:lnTo>
              <a:lnTo>
                <a:pt x="617735" y="1177086"/>
              </a:lnTo>
            </a:path>
          </a:pathLst>
        </a:custGeom>
        <a:noFill/>
        <a:ln w="38100" cap="flat" cmpd="sng" algn="ctr">
          <a:solidFill>
            <a:schemeClr val="accent5"/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>
            <a:solidFill>
              <a:schemeClr val="accent5">
                <a:lumMod val="75000"/>
              </a:schemeClr>
            </a:solidFill>
          </a:endParaRPr>
        </a:p>
      </dsp:txBody>
      <dsp:txXfrm>
        <a:off x="1273606" y="3038233"/>
        <a:ext cx="66466" cy="66466"/>
      </dsp:txXfrm>
    </dsp:sp>
    <dsp:sp modelId="{555417A6-CAA5-4D73-8111-80A02923DBE1}">
      <dsp:nvSpPr>
        <dsp:cNvPr id="0" name=""/>
        <dsp:cNvSpPr/>
      </dsp:nvSpPr>
      <dsp:spPr>
        <a:xfrm>
          <a:off x="997972" y="2437204"/>
          <a:ext cx="61773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17735" y="45720"/>
              </a:lnTo>
            </a:path>
          </a:pathLst>
        </a:custGeom>
        <a:noFill/>
        <a:ln w="38100" cap="flat" cmpd="sng" algn="ctr">
          <a:solidFill>
            <a:schemeClr val="accent5"/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>
            <a:solidFill>
              <a:schemeClr val="accent5">
                <a:lumMod val="75000"/>
              </a:schemeClr>
            </a:solidFill>
          </a:endParaRPr>
        </a:p>
      </dsp:txBody>
      <dsp:txXfrm>
        <a:off x="1291396" y="2467480"/>
        <a:ext cx="30886" cy="30886"/>
      </dsp:txXfrm>
    </dsp:sp>
    <dsp:sp modelId="{13EEBEF3-FEEF-418B-8F29-EC110AA12789}">
      <dsp:nvSpPr>
        <dsp:cNvPr id="0" name=""/>
        <dsp:cNvSpPr/>
      </dsp:nvSpPr>
      <dsp:spPr>
        <a:xfrm>
          <a:off x="997972" y="1305837"/>
          <a:ext cx="617735" cy="1177086"/>
        </a:xfrm>
        <a:custGeom>
          <a:avLst/>
          <a:gdLst/>
          <a:ahLst/>
          <a:cxnLst/>
          <a:rect l="0" t="0" r="0" b="0"/>
          <a:pathLst>
            <a:path>
              <a:moveTo>
                <a:pt x="0" y="1177086"/>
              </a:moveTo>
              <a:lnTo>
                <a:pt x="308867" y="1177086"/>
              </a:lnTo>
              <a:lnTo>
                <a:pt x="308867" y="0"/>
              </a:lnTo>
              <a:lnTo>
                <a:pt x="617735" y="0"/>
              </a:lnTo>
            </a:path>
          </a:pathLst>
        </a:custGeom>
        <a:noFill/>
        <a:ln w="38100" cap="flat" cmpd="sng" algn="ctr">
          <a:solidFill>
            <a:schemeClr val="accent5"/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>
            <a:solidFill>
              <a:schemeClr val="accent5">
                <a:lumMod val="75000"/>
              </a:schemeClr>
            </a:solidFill>
          </a:endParaRPr>
        </a:p>
      </dsp:txBody>
      <dsp:txXfrm>
        <a:off x="1273606" y="1861147"/>
        <a:ext cx="66466" cy="66466"/>
      </dsp:txXfrm>
    </dsp:sp>
    <dsp:sp modelId="{33123B59-8B8F-4595-9D34-85AD60C23BDC}">
      <dsp:nvSpPr>
        <dsp:cNvPr id="0" name=""/>
        <dsp:cNvSpPr/>
      </dsp:nvSpPr>
      <dsp:spPr>
        <a:xfrm rot="16200000">
          <a:off x="-1950939" y="2012089"/>
          <a:ext cx="4956153" cy="941669"/>
        </a:xfrm>
        <a:prstGeom prst="rect">
          <a:avLst/>
        </a:prstGeom>
        <a:solidFill>
          <a:schemeClr val="lt1"/>
        </a:solidFill>
        <a:ln w="38100" cap="flat" cmpd="sng" algn="ctr">
          <a:solidFill>
            <a:schemeClr val="accent5"/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kern="1200" dirty="0">
              <a:solidFill>
                <a:schemeClr val="accent5">
                  <a:lumMod val="75000"/>
                </a:schemeClr>
              </a:solidFill>
            </a:rPr>
            <a:t>Storage Decision</a:t>
          </a:r>
        </a:p>
      </dsp:txBody>
      <dsp:txXfrm>
        <a:off x="-1950939" y="2012089"/>
        <a:ext cx="4956153" cy="941669"/>
      </dsp:txXfrm>
    </dsp:sp>
    <dsp:sp modelId="{8EF450AC-523D-4B8D-BBBC-01CF2C9E431E}">
      <dsp:nvSpPr>
        <dsp:cNvPr id="0" name=""/>
        <dsp:cNvSpPr/>
      </dsp:nvSpPr>
      <dsp:spPr>
        <a:xfrm>
          <a:off x="1615707" y="835002"/>
          <a:ext cx="3088675" cy="941669"/>
        </a:xfrm>
        <a:prstGeom prst="rect">
          <a:avLst/>
        </a:prstGeom>
        <a:solidFill>
          <a:schemeClr val="lt1"/>
        </a:solidFill>
        <a:ln w="38100" cap="flat" cmpd="sng" algn="ctr">
          <a:solidFill>
            <a:schemeClr val="accent5"/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Verified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accent3">
                  <a:lumMod val="50000"/>
                </a:schemeClr>
              </a:solidFill>
            </a:rPr>
            <a:t>Eligible for semantic retrieval</a:t>
          </a:r>
        </a:p>
      </dsp:txBody>
      <dsp:txXfrm>
        <a:off x="1615707" y="835002"/>
        <a:ext cx="3088675" cy="941669"/>
      </dsp:txXfrm>
    </dsp:sp>
    <dsp:sp modelId="{599B1676-3C12-4B0E-B56D-EF1764CFB562}">
      <dsp:nvSpPr>
        <dsp:cNvPr id="0" name=""/>
        <dsp:cNvSpPr/>
      </dsp:nvSpPr>
      <dsp:spPr>
        <a:xfrm>
          <a:off x="1615707" y="2012089"/>
          <a:ext cx="3088675" cy="941669"/>
        </a:xfrm>
        <a:prstGeom prst="rect">
          <a:avLst/>
        </a:prstGeom>
        <a:solidFill>
          <a:schemeClr val="lt1"/>
        </a:solidFill>
        <a:ln w="38100" cap="flat" cmpd="sng" algn="ctr">
          <a:solidFill>
            <a:schemeClr val="accent5"/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Provisional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accent3">
                  <a:lumMod val="50000"/>
                </a:schemeClr>
              </a:solidFill>
            </a:rPr>
            <a:t>Review / re-evaluate</a:t>
          </a:r>
        </a:p>
      </dsp:txBody>
      <dsp:txXfrm>
        <a:off x="1615707" y="2012089"/>
        <a:ext cx="3088675" cy="941669"/>
      </dsp:txXfrm>
    </dsp:sp>
    <dsp:sp modelId="{4F80ED7A-702B-4FFA-94A4-641D2D1744E6}">
      <dsp:nvSpPr>
        <dsp:cNvPr id="0" name=""/>
        <dsp:cNvSpPr/>
      </dsp:nvSpPr>
      <dsp:spPr>
        <a:xfrm>
          <a:off x="1615707" y="3189175"/>
          <a:ext cx="3088675" cy="941669"/>
        </a:xfrm>
        <a:prstGeom prst="rect">
          <a:avLst/>
        </a:prstGeom>
        <a:solidFill>
          <a:schemeClr val="lt1"/>
        </a:solidFill>
        <a:ln w="38100" cap="flat" cmpd="sng" algn="ctr">
          <a:solidFill>
            <a:schemeClr val="accent5"/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Quarantined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schemeClr val="accent3">
                  <a:lumMod val="50000"/>
                </a:schemeClr>
              </a:solidFill>
            </a:rPr>
            <a:t>Audit only / blocked from retrieval</a:t>
          </a:r>
          <a:endParaRPr lang="en-IN" sz="1800" kern="1200" dirty="0">
            <a:solidFill>
              <a:schemeClr val="accent3">
                <a:lumMod val="50000"/>
              </a:schemeClr>
            </a:solidFill>
          </a:endParaRPr>
        </a:p>
      </dsp:txBody>
      <dsp:txXfrm>
        <a:off x="1615707" y="3189175"/>
        <a:ext cx="3088675" cy="94166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84638B-CF76-4FA8-9145-81D2EC6D793B}">
      <dsp:nvSpPr>
        <dsp:cNvPr id="0" name=""/>
        <dsp:cNvSpPr/>
      </dsp:nvSpPr>
      <dsp:spPr>
        <a:xfrm>
          <a:off x="82295" y="319"/>
          <a:ext cx="452628" cy="4224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E99420-FDE5-4F18-8024-5EB6876044CB}">
      <dsp:nvSpPr>
        <dsp:cNvPr id="0" name=""/>
        <dsp:cNvSpPr/>
      </dsp:nvSpPr>
      <dsp:spPr>
        <a:xfrm>
          <a:off x="82295" y="267841"/>
          <a:ext cx="3950208" cy="478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400" b="1" kern="1200" dirty="0">
              <a:solidFill>
                <a:schemeClr val="accent5">
                  <a:lumMod val="75000"/>
                </a:schemeClr>
              </a:solidFill>
            </a:rPr>
            <a:t>Risk:</a:t>
          </a:r>
        </a:p>
      </dsp:txBody>
      <dsp:txXfrm>
        <a:off x="82295" y="267841"/>
        <a:ext cx="3950208" cy="478722"/>
      </dsp:txXfrm>
    </dsp:sp>
    <dsp:sp modelId="{5DD122BA-807E-44FF-BBF7-70726B1B29D5}">
      <dsp:nvSpPr>
        <dsp:cNvPr id="0" name=""/>
        <dsp:cNvSpPr/>
      </dsp:nvSpPr>
      <dsp:spPr>
        <a:xfrm>
          <a:off x="82295" y="718403"/>
          <a:ext cx="3950208" cy="689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R(m) = 0.50I(m) + 0.20C(m) + 0.20[1 − P(m)] + 0.10A(m)</a:t>
          </a:r>
        </a:p>
      </dsp:txBody>
      <dsp:txXfrm>
        <a:off x="82295" y="718403"/>
        <a:ext cx="3950208" cy="689923"/>
      </dsp:txXfrm>
    </dsp:sp>
    <dsp:sp modelId="{FF33F4D6-B8F8-4D35-92EA-E7AA13E21476}">
      <dsp:nvSpPr>
        <dsp:cNvPr id="0" name=""/>
        <dsp:cNvSpPr/>
      </dsp:nvSpPr>
      <dsp:spPr>
        <a:xfrm>
          <a:off x="82295" y="1619528"/>
          <a:ext cx="452628" cy="4224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1CB717-8A59-444E-9E85-616B30AEAE9D}">
      <dsp:nvSpPr>
        <dsp:cNvPr id="0" name=""/>
        <dsp:cNvSpPr/>
      </dsp:nvSpPr>
      <dsp:spPr>
        <a:xfrm>
          <a:off x="82295" y="1887050"/>
          <a:ext cx="3950208" cy="478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Trust:</a:t>
          </a:r>
        </a:p>
      </dsp:txBody>
      <dsp:txXfrm>
        <a:off x="82295" y="1887050"/>
        <a:ext cx="3950208" cy="478722"/>
      </dsp:txXfrm>
    </dsp:sp>
    <dsp:sp modelId="{71026CBC-BF71-4117-985B-7622FE5C94E1}">
      <dsp:nvSpPr>
        <dsp:cNvPr id="0" name=""/>
        <dsp:cNvSpPr/>
      </dsp:nvSpPr>
      <dsp:spPr>
        <a:xfrm>
          <a:off x="82295" y="2337612"/>
          <a:ext cx="3950208" cy="6899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T(m) = 0.45P(m) + 0.25V(m) + 0.20[1 − C(m)] + 0.10[1 − I(m)]</a:t>
          </a:r>
        </a:p>
      </dsp:txBody>
      <dsp:txXfrm>
        <a:off x="82295" y="2337612"/>
        <a:ext cx="3950208" cy="6899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26/layout/TextCardShortLineWide">
  <dgm:title val=""/>
  <dgm:desc val=""/>
  <dgm:catLst>
    <dgm:cat type="textcard" pri="107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horzAlign" val="ctr"/>
        </dgm:alg>
      </dgm:if>
      <dgm:else name="Name2">
        <dgm:alg type="lin">
          <dgm:param type="linDir" val="fromT"/>
          <dgm:param type="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/>
          <dgm:constr type="h" for="ch" forName="compNode" refType="h" fact="0.65"/>
          <dgm:constr type="h" for="ch" forName="sibTrans" refType="h" refFor="ch" refForName="compNode" fact="0.15"/>
          <dgm:constr type="sp" refType="h" refFor="ch" refForName="compNode" op="equ" fact="0.15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/>
          <dgm:constr type="h" for="ch" forName="compNode" refType="h" fact="0.65"/>
          <dgm:constr type="h" for="ch" forName="sibTrans" refType="h" refFor="ch" refForName="compNode" fact="0.15"/>
          <dgm:constr type="sp" refType="h" refFor="ch" refForName="compNode" op="equ" fact="0.15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/>
          <dgm:constr type="h" for="ch" forName="compNode" refType="h" fact="0.65"/>
          <dgm:constr type="h" for="ch" forName="sibTrans" refType="h" refFor="ch" refForName="compNode" fact="0.15"/>
          <dgm:constr type="sp" refType="h" refFor="ch" refForName="compNode" op="equ" fact="0.15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/>
          <dgm:constr type="h" for="ch" forName="compNode" refType="h" fact="0.65"/>
          <dgm:constr type="h" for="ch" forName="sibTrans" refType="h" refFor="ch" refForName="compNode" fact="0.15"/>
          <dgm:constr type="sp" refType="h" refFor="ch" refForName="compNode" op="equ" fact="0.15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/>
          <dgm:constr type="h" for="ch" forName="compNode" refType="h" fact="0.65"/>
          <dgm:constr type="h" for="ch" forName="sibTrans" refType="h" refFor="ch" refForName="compNode" fact="0.15"/>
          <dgm:constr type="sp" refType="h" refFor="ch" refForName="compNode" op="equ" fact="0.15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accentLine" refType="w" fact="0.02"/>
          <dgm:constr type="t" for="ch" forName="accentLine"/>
          <dgm:constr type="w" for="ch" forName="accentLine" refType="w" fact="0.11"/>
          <dgm:constr type="h" for="ch" forName="accentLine" refType="h" fact="0.03"/>
          <dgm:constr type="l" for="ch" forName="titleText" refType="w" fact="0.02"/>
          <dgm:constr type="t" for="ch" forName="titleText" refType="h" fact="0.19"/>
          <dgm:constr type="w" for="ch" forName="titleText" refType="w" fact="0.96"/>
          <dgm:constr type="h" for="ch" forName="titleText" refType="h" fact="0.34"/>
          <dgm:constr type="l" for="ch" forName="bodyText" refType="w" fact="0.02"/>
          <dgm:constr type="t" for="ch" forName="bodyText" refType="h" fact="0.51"/>
          <dgm:constr type="w" for="ch" forName="bodyText" refType="w" fact="0.96"/>
          <dgm:constr type="h" for="ch" forName="bodyText" refType="h" fact="0.49"/>
        </dgm:constrLst>
        <dgm:ruleLst/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layoutNode name="title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8" fact="NaN" max="NaN"/>
          </dgm:ruleLst>
        </dgm:layoutNode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7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+mn-lt"/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III, 08.10.2026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: A Provenance-Aware Framework for Detecting and Mitigating Long-Term Memory Poisoning in AI Agents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 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PREMKUMAR S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251011012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T9964</a:t>
            </a: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88B9BE-EE05-FF03-5680-B8B3F5D90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94" y="5871177"/>
            <a:ext cx="2931892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393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9334319" cy="414298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AI agents use long-term memory to retain preferences, facts, and task context across sessions.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Persistent memory improves continuity and personalization.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However, untrusted content can remain in memory and affect future responses.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</a:t>
            </a:r>
            <a:r>
              <a:rPr lang="en-GB" b="0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MemPoisonGuard</a:t>
            </a:r>
            <a:r>
              <a:rPr lang="en-GB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validates memory before it becomes trusted agent context.</a:t>
            </a:r>
            <a:endParaRPr lang="en-US" b="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326AA8-24F5-87A2-6E01-E11E15FAFF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629FE48-1BA2-98AE-1A18-E56C2E44D88F}"/>
              </a:ext>
            </a:extLst>
          </p:cNvPr>
          <p:cNvSpPr/>
          <p:nvPr/>
        </p:nvSpPr>
        <p:spPr>
          <a:xfrm>
            <a:off x="9737272" y="1191756"/>
            <a:ext cx="2171518" cy="914400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User / Tool Content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4083B2-45E1-DFC9-47CA-90A9B2A42843}"/>
              </a:ext>
            </a:extLst>
          </p:cNvPr>
          <p:cNvSpPr/>
          <p:nvPr/>
        </p:nvSpPr>
        <p:spPr>
          <a:xfrm>
            <a:off x="9764486" y="2514600"/>
            <a:ext cx="2171518" cy="914400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Candidate Memory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2287EFA-E327-A300-C80C-A5B479563435}"/>
              </a:ext>
            </a:extLst>
          </p:cNvPr>
          <p:cNvSpPr/>
          <p:nvPr/>
        </p:nvSpPr>
        <p:spPr>
          <a:xfrm>
            <a:off x="9737271" y="5160288"/>
            <a:ext cx="2171519" cy="914400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Future Agent Response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67110F8-8226-7FEE-5CC5-EE06534B6A63}"/>
              </a:ext>
            </a:extLst>
          </p:cNvPr>
          <p:cNvSpPr/>
          <p:nvPr/>
        </p:nvSpPr>
        <p:spPr>
          <a:xfrm>
            <a:off x="9764486" y="3837444"/>
            <a:ext cx="2171518" cy="914400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Long-Term Memory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79786D7-14D9-AE77-7822-B98DD9507C7B}"/>
              </a:ext>
            </a:extLst>
          </p:cNvPr>
          <p:cNvCxnSpPr>
            <a:cxnSpLocks/>
          </p:cNvCxnSpPr>
          <p:nvPr/>
        </p:nvCxnSpPr>
        <p:spPr>
          <a:xfrm>
            <a:off x="10847341" y="2140102"/>
            <a:ext cx="0" cy="3744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F3D3C7B-A962-FA5D-71F2-5C12C9A9E014}"/>
              </a:ext>
            </a:extLst>
          </p:cNvPr>
          <p:cNvCxnSpPr>
            <a:cxnSpLocks/>
          </p:cNvCxnSpPr>
          <p:nvPr/>
        </p:nvCxnSpPr>
        <p:spPr>
          <a:xfrm>
            <a:off x="10823030" y="3462946"/>
            <a:ext cx="0" cy="3744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19CF9EA-FCAE-0D28-C654-556A97CBF72E}"/>
              </a:ext>
            </a:extLst>
          </p:cNvPr>
          <p:cNvCxnSpPr>
            <a:cxnSpLocks/>
          </p:cNvCxnSpPr>
          <p:nvPr/>
        </p:nvCxnSpPr>
        <p:spPr>
          <a:xfrm>
            <a:off x="10880334" y="4785790"/>
            <a:ext cx="0" cy="3744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Project Objectives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59D2DF-F202-C257-CED7-5D90B11EC5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E28D68F-05EE-0603-A6A8-B18695DF3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817276"/>
              </p:ext>
            </p:extLst>
          </p:nvPr>
        </p:nvGraphicFramePr>
        <p:xfrm>
          <a:off x="0" y="1336525"/>
          <a:ext cx="12192000" cy="2870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890701268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014125729"/>
                    </a:ext>
                  </a:extLst>
                </a:gridCol>
              </a:tblGrid>
              <a:tr h="568496"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1. Validate memory before persistent storage.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4. Classify memory as verified, provisional, or quarantined.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801169"/>
                  </a:ext>
                </a:extLst>
              </a:tr>
              <a:tr h="568496"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2. Capture source provenance and integrity information.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5. Restrict semantic retrieval to verified memory.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0762542"/>
                  </a:ext>
                </a:extLst>
              </a:tr>
              <a:tr h="981239"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3. Detect prompt injection, sensitive claims, and contradictions.</a:t>
                      </a:r>
                      <a:endParaRPr lang="en-IN" sz="28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6. Compare the guarded workflow with an unprotected baseline.</a:t>
                      </a:r>
                      <a:endParaRPr lang="en-IN" sz="28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4827589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4174A6E-DC25-31A5-6155-6E4540D27E8E}"/>
              </a:ext>
            </a:extLst>
          </p:cNvPr>
          <p:cNvSpPr/>
          <p:nvPr/>
        </p:nvSpPr>
        <p:spPr>
          <a:xfrm>
            <a:off x="1311666" y="4593771"/>
            <a:ext cx="2852056" cy="1251858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Verified 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</a:rPr>
              <a:t>Eligible for retrieval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1ECA433-AC26-07BE-3A8D-5491D51E32CA}"/>
              </a:ext>
            </a:extLst>
          </p:cNvPr>
          <p:cNvSpPr/>
          <p:nvPr/>
        </p:nvSpPr>
        <p:spPr>
          <a:xfrm>
            <a:off x="4667865" y="4593771"/>
            <a:ext cx="2852056" cy="1251858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Provisional 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</a:rPr>
              <a:t>Review / 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</a:rPr>
              <a:t>re-evaluate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C59E31A-B6BA-46BF-2DEE-F12D72024E16}"/>
              </a:ext>
            </a:extLst>
          </p:cNvPr>
          <p:cNvSpPr/>
          <p:nvPr/>
        </p:nvSpPr>
        <p:spPr>
          <a:xfrm>
            <a:off x="8028278" y="4636685"/>
            <a:ext cx="2852056" cy="125185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Quarantined 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</a:rPr>
              <a:t>Audit only / blocked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Core 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C9940D-DFF8-17A2-EA76-06D4414F4B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ACBB20-0BEB-8601-0BC2-059241E9216D}"/>
              </a:ext>
            </a:extLst>
          </p:cNvPr>
          <p:cNvSpPr/>
          <p:nvPr/>
        </p:nvSpPr>
        <p:spPr>
          <a:xfrm>
            <a:off x="1164769" y="1507299"/>
            <a:ext cx="4615542" cy="1085161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Provenance &amp; Integrity</a:t>
            </a:r>
          </a:p>
          <a:p>
            <a:pPr algn="ctr"/>
            <a:r>
              <a:rPr lang="en-IN" sz="2000" dirty="0">
                <a:solidFill>
                  <a:schemeClr val="accent3">
                    <a:lumMod val="50000"/>
                  </a:schemeClr>
                </a:solidFill>
              </a:rPr>
              <a:t>Captures source metadata, timestamp, and SHA-256 hash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7C58DF-250D-D544-2D7C-D82E7CD61C7E}"/>
              </a:ext>
            </a:extLst>
          </p:cNvPr>
          <p:cNvSpPr/>
          <p:nvPr/>
        </p:nvSpPr>
        <p:spPr>
          <a:xfrm>
            <a:off x="1164770" y="2971101"/>
            <a:ext cx="4615541" cy="1085153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Injection Detector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Identifies override, bypass, and hidden-instruction patterns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0700B5A-4AD9-6E7E-BEC0-F241FDC7E062}"/>
              </a:ext>
            </a:extLst>
          </p:cNvPr>
          <p:cNvSpPr/>
          <p:nvPr/>
        </p:nvSpPr>
        <p:spPr>
          <a:xfrm>
            <a:off x="1164769" y="4434895"/>
            <a:ext cx="4615542" cy="1085145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Sensitive-Claim Detector</a:t>
            </a:r>
          </a:p>
          <a:p>
            <a:pPr algn="ctr"/>
            <a:r>
              <a:rPr lang="en-IN" sz="2000" dirty="0">
                <a:solidFill>
                  <a:schemeClr val="accent3">
                    <a:lumMod val="50000"/>
                  </a:schemeClr>
                </a:solidFill>
              </a:rPr>
              <a:t>Flags false authorization and privileged-access claims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955999B-D8B3-F8AC-8A6B-F839238DD948}"/>
              </a:ext>
            </a:extLst>
          </p:cNvPr>
          <p:cNvSpPr/>
          <p:nvPr/>
        </p:nvSpPr>
        <p:spPr>
          <a:xfrm>
            <a:off x="6093893" y="2972703"/>
            <a:ext cx="4615542" cy="1085152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Trust–Risk Engine</a:t>
            </a:r>
          </a:p>
          <a:p>
            <a:pPr algn="ctr"/>
            <a:r>
              <a:rPr lang="en-IN" sz="2000" dirty="0">
                <a:solidFill>
                  <a:schemeClr val="accent3">
                    <a:lumMod val="50000"/>
                  </a:schemeClr>
                </a:solidFill>
              </a:rPr>
              <a:t>Calculates scores and assigns a storage state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88B4695-6630-D665-AB06-1CBFCCC1F055}"/>
              </a:ext>
            </a:extLst>
          </p:cNvPr>
          <p:cNvSpPr/>
          <p:nvPr/>
        </p:nvSpPr>
        <p:spPr>
          <a:xfrm>
            <a:off x="6093893" y="1507299"/>
            <a:ext cx="4615542" cy="1085159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NLI Contradiction Analysis</a:t>
            </a:r>
          </a:p>
          <a:p>
            <a:pPr algn="ctr"/>
            <a:r>
              <a:rPr lang="en-IN" sz="2000" dirty="0">
                <a:solidFill>
                  <a:schemeClr val="accent3">
                    <a:lumMod val="50000"/>
                  </a:schemeClr>
                </a:solidFill>
              </a:rPr>
              <a:t>Compares candidate memory with verified memory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77B2325-DE51-1949-E616-2650A303FA93}"/>
              </a:ext>
            </a:extLst>
          </p:cNvPr>
          <p:cNvSpPr/>
          <p:nvPr/>
        </p:nvSpPr>
        <p:spPr>
          <a:xfrm>
            <a:off x="6093893" y="4434895"/>
            <a:ext cx="4615541" cy="1032521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Verified-Only Retrieval</a:t>
            </a:r>
          </a:p>
          <a:p>
            <a:pPr algn="ctr"/>
            <a:r>
              <a:rPr lang="en-IN" sz="2000" dirty="0">
                <a:solidFill>
                  <a:schemeClr val="accent3">
                    <a:lumMod val="50000"/>
                  </a:schemeClr>
                </a:solidFill>
              </a:rPr>
              <a:t>Retrieves only verified memory using safe ranking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CE1541F3-0A7D-0065-D9B9-B1C4C9F864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8490795"/>
              </p:ext>
            </p:extLst>
          </p:nvPr>
        </p:nvGraphicFramePr>
        <p:xfrm>
          <a:off x="2032000" y="5520040"/>
          <a:ext cx="8128000" cy="1185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An unprotected AI-agent memory system may store every submitted memory candidate without validating its source, integrity, intent, or consistency with trusted information.</a:t>
            </a: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B4BCA4-A545-DFB6-F1F8-018B7D6DB7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105E46E7-D88D-86E1-4433-37D7665D93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4206278"/>
              </p:ext>
            </p:extLst>
          </p:nvPr>
        </p:nvGraphicFramePr>
        <p:xfrm>
          <a:off x="781724" y="3255628"/>
          <a:ext cx="10624338" cy="1479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530F450-3BA2-CB7C-3750-3958332F6C69}"/>
              </a:ext>
            </a:extLst>
          </p:cNvPr>
          <p:cNvSpPr txBox="1"/>
          <p:nvPr/>
        </p:nvSpPr>
        <p:spPr>
          <a:xfrm>
            <a:off x="781724" y="5325171"/>
            <a:ext cx="10803890" cy="523220"/>
          </a:xfrm>
          <a:prstGeom prst="rect">
            <a:avLst/>
          </a:prstGeom>
          <a:ln w="38100"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5">
                    <a:lumMod val="75000"/>
                  </a:schemeClr>
                </a:solidFill>
              </a:rPr>
              <a:t>A one-time malicious memory write can create a persistent security risk.</a:t>
            </a:r>
            <a:endParaRPr lang="en-IN" sz="28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 err="1">
                <a:solidFill>
                  <a:srgbClr val="5B9BD5">
                    <a:lumMod val="50000"/>
                  </a:srgbClr>
                </a:solidFill>
              </a:rPr>
              <a:t>MemPoisonGuard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 Workflow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35C1F6-083F-564C-B8D9-694080AEE1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8C6438C9-81E2-B168-73B3-89048D3260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0944076"/>
              </p:ext>
            </p:extLst>
          </p:nvPr>
        </p:nvGraphicFramePr>
        <p:xfrm>
          <a:off x="206830" y="1389607"/>
          <a:ext cx="7203750" cy="50849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44C50253-8397-4405-D344-E0B0008270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7280125"/>
              </p:ext>
            </p:extLst>
          </p:nvPr>
        </p:nvGraphicFramePr>
        <p:xfrm>
          <a:off x="7224485" y="1389607"/>
          <a:ext cx="4760685" cy="49658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681B7809-9D77-DBFC-F1B9-7A0E94541C0E}"/>
              </a:ext>
            </a:extLst>
          </p:cNvPr>
          <p:cNvCxnSpPr/>
          <p:nvPr/>
        </p:nvCxnSpPr>
        <p:spPr>
          <a:xfrm flipV="1">
            <a:off x="5187042" y="4365171"/>
            <a:ext cx="1934028" cy="1774372"/>
          </a:xfrm>
          <a:prstGeom prst="bentConnector3">
            <a:avLst/>
          </a:prstGeom>
          <a:ln w="38100"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20"/>
            <a:ext cx="7810318" cy="361919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Approach: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Deterministic screening for injection and sensitive claims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NLI-based contradiction checking against verified memory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Trust–risk scoring for state assignment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Verified-only semantic retrieval with safe reranking</a:t>
            </a:r>
            <a:endParaRPr lang="en-US" sz="2400" b="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Approach, Algorithms, and 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6DC4AF-A7EA-07A8-5412-2C26E9267C9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7DC0CFFE-D072-E325-6643-40345B0EF3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9490951"/>
              </p:ext>
            </p:extLst>
          </p:nvPr>
        </p:nvGraphicFramePr>
        <p:xfrm>
          <a:off x="7821204" y="1862559"/>
          <a:ext cx="4114800" cy="3027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7879A51-4188-DE2F-E886-AA95F5B1D861}"/>
              </a:ext>
            </a:extLst>
          </p:cNvPr>
          <p:cNvSpPr txBox="1"/>
          <p:nvPr/>
        </p:nvSpPr>
        <p:spPr>
          <a:xfrm>
            <a:off x="7646922" y="1305279"/>
            <a:ext cx="2520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Main equations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3EDD756-1EEB-54B7-BAE8-C16862AEE19F}"/>
              </a:ext>
            </a:extLst>
          </p:cNvPr>
          <p:cNvSpPr/>
          <p:nvPr/>
        </p:nvSpPr>
        <p:spPr>
          <a:xfrm>
            <a:off x="2071613" y="5046817"/>
            <a:ext cx="8095422" cy="1308638"/>
          </a:xfrm>
          <a:prstGeom prst="round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Python • </a:t>
            </a:r>
            <a:r>
              <a:rPr lang="en-IN" sz="2400" dirty="0" err="1">
                <a:solidFill>
                  <a:schemeClr val="accent5">
                    <a:lumMod val="75000"/>
                  </a:schemeClr>
                </a:solidFill>
              </a:rPr>
              <a:t>FastAPI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 • </a:t>
            </a:r>
            <a:r>
              <a:rPr lang="en-IN" sz="2400" dirty="0" err="1">
                <a:solidFill>
                  <a:schemeClr val="accent5">
                    <a:lumMod val="75000"/>
                  </a:schemeClr>
                </a:solidFill>
              </a:rPr>
              <a:t>Streamlit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 • SQLite • </a:t>
            </a:r>
            <a:r>
              <a:rPr lang="en-IN" sz="2400" dirty="0" err="1">
                <a:solidFill>
                  <a:schemeClr val="accent5">
                    <a:lumMod val="75000"/>
                  </a:schemeClr>
                </a:solidFill>
              </a:rPr>
              <a:t>ChromaDB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Sentence Transformers • </a:t>
            </a:r>
            <a:r>
              <a:rPr lang="en-IN" sz="2400" dirty="0" err="1">
                <a:solidFill>
                  <a:schemeClr val="accent5">
                    <a:lumMod val="75000"/>
                  </a:schemeClr>
                </a:solidFill>
              </a:rPr>
              <a:t>Ollama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 qwen2.5:3b</a:t>
            </a:r>
          </a:p>
          <a:p>
            <a:pPr algn="ctr"/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Pandas • scikit-learn • </a:t>
            </a:r>
            <a:r>
              <a:rPr lang="en-IN" sz="2400" dirty="0" err="1">
                <a:solidFill>
                  <a:schemeClr val="accent5">
                    <a:lumMod val="75000"/>
                  </a:schemeClr>
                </a:solidFill>
              </a:rPr>
              <a:t>Plotly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91FAE7-B0A1-F640-D026-4B88DC073185}"/>
              </a:ext>
            </a:extLst>
          </p:cNvPr>
          <p:cNvSpPr txBox="1"/>
          <p:nvPr/>
        </p:nvSpPr>
        <p:spPr>
          <a:xfrm>
            <a:off x="2071613" y="4569767"/>
            <a:ext cx="112122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Tools:</a:t>
            </a:r>
          </a:p>
          <a:p>
            <a:endParaRPr lang="en-IN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Controlled Evaluation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AA71A9-962C-E3BE-D9C9-688952B06A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CF69F51-413E-55E0-0C97-D680C08F12E7}"/>
              </a:ext>
            </a:extLst>
          </p:cNvPr>
          <p:cNvSpPr/>
          <p:nvPr/>
        </p:nvSpPr>
        <p:spPr>
          <a:xfrm>
            <a:off x="709946" y="1371603"/>
            <a:ext cx="3263339" cy="1399244"/>
          </a:xfrm>
          <a:prstGeom prst="round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12 Candidates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IN" sz="2000" dirty="0">
                <a:solidFill>
                  <a:schemeClr val="accent3">
                    <a:lumMod val="75000"/>
                  </a:schemeClr>
                </a:solidFill>
              </a:rPr>
              <a:t>5 benign candidates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75000"/>
                  </a:schemeClr>
                </a:solidFill>
              </a:rPr>
              <a:t>7 malicious candidates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313FF07-3646-6979-9559-300132465EE5}"/>
              </a:ext>
            </a:extLst>
          </p:cNvPr>
          <p:cNvSpPr/>
          <p:nvPr/>
        </p:nvSpPr>
        <p:spPr>
          <a:xfrm>
            <a:off x="709945" y="2999012"/>
            <a:ext cx="3263339" cy="1399244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Baseline</a:t>
            </a:r>
            <a:endParaRPr lang="en-IN" sz="2400" dirty="0"/>
          </a:p>
          <a:p>
            <a:pPr lvl="0" algn="just"/>
            <a:r>
              <a:rPr lang="en-IN" sz="2000" dirty="0">
                <a:solidFill>
                  <a:schemeClr val="accent3">
                    <a:lumMod val="75000"/>
                  </a:schemeClr>
                </a:solidFill>
              </a:rPr>
              <a:t>Stores submitted candidates directly</a:t>
            </a:r>
            <a:r>
              <a:rPr lang="en-IN" sz="2000" dirty="0"/>
              <a:t>.</a:t>
            </a:r>
          </a:p>
          <a:p>
            <a:pPr lvl="0" algn="just"/>
            <a:endParaRPr lang="en-IN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6D7E9C5-5015-B0EB-0ACE-99F01D6C5AFD}"/>
              </a:ext>
            </a:extLst>
          </p:cNvPr>
          <p:cNvSpPr/>
          <p:nvPr/>
        </p:nvSpPr>
        <p:spPr>
          <a:xfrm>
            <a:off x="709947" y="4626422"/>
            <a:ext cx="3263338" cy="1399244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b="1" dirty="0" err="1">
                <a:solidFill>
                  <a:schemeClr val="accent5">
                    <a:lumMod val="75000"/>
                  </a:schemeClr>
                </a:solidFill>
              </a:rPr>
              <a:t>MemPoisonGuard</a:t>
            </a:r>
            <a:endParaRPr lang="en-IN" sz="2400" dirty="0"/>
          </a:p>
          <a:p>
            <a:pPr lvl="0"/>
            <a:r>
              <a:rPr lang="en-IN" sz="2000" dirty="0">
                <a:solidFill>
                  <a:schemeClr val="accent3">
                    <a:lumMod val="75000"/>
                  </a:schemeClr>
                </a:solidFill>
              </a:rPr>
              <a:t>Validates candidates before storage</a:t>
            </a:r>
          </a:p>
          <a:p>
            <a:pPr lvl="0" algn="just"/>
            <a:endParaRPr lang="en-IN" sz="2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6CB681C-CC48-20F7-E9B3-84AA9E6C762D}"/>
              </a:ext>
            </a:extLst>
          </p:cNvPr>
          <p:cNvSpPr/>
          <p:nvPr/>
        </p:nvSpPr>
        <p:spPr>
          <a:xfrm>
            <a:off x="4367545" y="1371603"/>
            <a:ext cx="3687883" cy="1399244"/>
          </a:xfrm>
          <a:prstGeom prst="roundRect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dirty="0">
                <a:solidFill>
                  <a:schemeClr val="accent2">
                    <a:lumMod val="50000"/>
                  </a:schemeClr>
                </a:solidFill>
              </a:rPr>
              <a:t>7 / 7 </a:t>
            </a:r>
          </a:p>
          <a:p>
            <a:pPr algn="just"/>
            <a:r>
              <a:rPr lang="en-IN" sz="2000" dirty="0">
                <a:solidFill>
                  <a:schemeClr val="accent3">
                    <a:lumMod val="50000"/>
                  </a:schemeClr>
                </a:solidFill>
              </a:rPr>
              <a:t>Malicious candidates available to baseline retrieval</a:t>
            </a:r>
            <a:endParaRPr lang="en-IN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C47ACBC-04DA-64B0-C9F6-8A773839DA91}"/>
              </a:ext>
            </a:extLst>
          </p:cNvPr>
          <p:cNvSpPr/>
          <p:nvPr/>
        </p:nvSpPr>
        <p:spPr>
          <a:xfrm>
            <a:off x="6501144" y="2993574"/>
            <a:ext cx="3687883" cy="1399244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dirty="0">
                <a:solidFill>
                  <a:schemeClr val="accent6"/>
                </a:solidFill>
              </a:rPr>
              <a:t>0 / 7</a:t>
            </a:r>
          </a:p>
          <a:p>
            <a:pPr algn="just"/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Malicious candidates entered verified retrieval</a:t>
            </a:r>
            <a:endParaRPr lang="en-IN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844591E-AFAF-1639-B0DF-A4E7BCBF3190}"/>
              </a:ext>
            </a:extLst>
          </p:cNvPr>
          <p:cNvSpPr/>
          <p:nvPr/>
        </p:nvSpPr>
        <p:spPr>
          <a:xfrm>
            <a:off x="8294916" y="1371603"/>
            <a:ext cx="3853542" cy="1399244"/>
          </a:xfrm>
          <a:prstGeom prst="round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dirty="0">
                <a:solidFill>
                  <a:schemeClr val="accent2"/>
                </a:solidFill>
              </a:rPr>
              <a:t>6 / 7</a:t>
            </a:r>
          </a:p>
          <a:p>
            <a:pPr algn="just"/>
            <a:r>
              <a:rPr lang="en-IN" sz="2000" dirty="0">
                <a:solidFill>
                  <a:schemeClr val="accent3">
                    <a:lumMod val="50000"/>
                  </a:schemeClr>
                </a:solidFill>
              </a:rPr>
              <a:t>Malicious candidates quarantined</a:t>
            </a:r>
          </a:p>
          <a:p>
            <a:pPr algn="just"/>
            <a:endParaRPr lang="en-IN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8E95F71-8765-CEDE-7239-92A7788FC5A7}"/>
              </a:ext>
            </a:extLst>
          </p:cNvPr>
          <p:cNvSpPr/>
          <p:nvPr/>
        </p:nvSpPr>
        <p:spPr>
          <a:xfrm>
            <a:off x="4223657" y="4626422"/>
            <a:ext cx="7696200" cy="1230092"/>
          </a:xfrm>
          <a:prstGeom prst="roundRect">
            <a:avLst/>
          </a:prstGeom>
          <a:ln w="38100"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GB" sz="2400" dirty="0" err="1">
                <a:solidFill>
                  <a:schemeClr val="accent5">
                    <a:lumMod val="75000"/>
                  </a:schemeClr>
                </a:solidFill>
              </a:rPr>
              <a:t>MemPoisonGuard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 withheld all seven malicious candidates from verified retrieval in the controlled evaluation.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9EF2F-A4DF-2533-0744-01FC79F48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E406CE-F446-EAF3-4577-8DDB2C35B51D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Detection Metrics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C6177A8-0A6D-CCBC-FF6F-FABF3E2745E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EE7FD1D-A255-B298-CB26-73576775BF4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555A09-CBFF-2681-690A-295834BDEE2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6186C2C-B7B6-80E5-4121-400678E87CC4}"/>
              </a:ext>
            </a:extLst>
          </p:cNvPr>
          <p:cNvSpPr/>
          <p:nvPr/>
        </p:nvSpPr>
        <p:spPr>
          <a:xfrm>
            <a:off x="255996" y="2077853"/>
            <a:ext cx="6144804" cy="1557628"/>
          </a:xfrm>
          <a:prstGeom prst="round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Confusion matrix</a:t>
            </a:r>
          </a:p>
          <a:p>
            <a:pPr algn="just"/>
            <a:r>
              <a:rPr lang="en-IN" sz="2400" dirty="0">
                <a:solidFill>
                  <a:schemeClr val="accent3">
                    <a:lumMod val="75000"/>
                  </a:schemeClr>
                </a:solidFill>
              </a:rPr>
              <a:t>True Positives      : 7	True Negatives      : 5</a:t>
            </a:r>
          </a:p>
          <a:p>
            <a:pPr algn="just"/>
            <a:r>
              <a:rPr lang="en-IN" sz="2400" dirty="0">
                <a:solidFill>
                  <a:schemeClr val="accent3">
                    <a:lumMod val="75000"/>
                  </a:schemeClr>
                </a:solidFill>
              </a:rPr>
              <a:t>False Positives     : 0	False Negatives     : 0</a:t>
            </a:r>
            <a:endParaRPr lang="en-IN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0BF24CE-FC55-E297-E5B5-792225A7B9CF}"/>
              </a:ext>
            </a:extLst>
          </p:cNvPr>
          <p:cNvSpPr/>
          <p:nvPr/>
        </p:nvSpPr>
        <p:spPr>
          <a:xfrm>
            <a:off x="6757398" y="1461526"/>
            <a:ext cx="2628718" cy="814255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dirty="0">
                <a:solidFill>
                  <a:schemeClr val="accent6"/>
                </a:solidFill>
              </a:rPr>
              <a:t>Precision                </a:t>
            </a:r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1.0000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D0FF36D-C578-576D-A4C0-638D0B68C860}"/>
              </a:ext>
            </a:extLst>
          </p:cNvPr>
          <p:cNvSpPr/>
          <p:nvPr/>
        </p:nvSpPr>
        <p:spPr>
          <a:xfrm>
            <a:off x="914400" y="4909450"/>
            <a:ext cx="11038113" cy="1230092"/>
          </a:xfrm>
          <a:prstGeom prst="roundRect">
            <a:avLst/>
          </a:prstGeom>
          <a:ln w="38100"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Metrics are limited to the manually defined 12-scenario controlled dataset and do not establish universal robustness.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AAAD4E9-C26B-BEEA-48C3-460D8981CDEB}"/>
              </a:ext>
            </a:extLst>
          </p:cNvPr>
          <p:cNvSpPr/>
          <p:nvPr/>
        </p:nvSpPr>
        <p:spPr>
          <a:xfrm>
            <a:off x="8251616" y="2557298"/>
            <a:ext cx="2628718" cy="814255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dirty="0">
                <a:solidFill>
                  <a:schemeClr val="accent6"/>
                </a:solidFill>
              </a:rPr>
              <a:t>F1-Score                </a:t>
            </a:r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1.0000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6FCD6B-08CA-7047-AED5-370CD03E5336}"/>
              </a:ext>
            </a:extLst>
          </p:cNvPr>
          <p:cNvSpPr/>
          <p:nvPr/>
        </p:nvSpPr>
        <p:spPr>
          <a:xfrm>
            <a:off x="9538516" y="1461526"/>
            <a:ext cx="2628718" cy="814255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dirty="0">
                <a:solidFill>
                  <a:schemeClr val="accent6"/>
                </a:solidFill>
              </a:rPr>
              <a:t>Recall                 </a:t>
            </a:r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1.0000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2237E06-E5DE-D2AB-1B1F-A5604D7CA089}"/>
              </a:ext>
            </a:extLst>
          </p:cNvPr>
          <p:cNvSpPr/>
          <p:nvPr/>
        </p:nvSpPr>
        <p:spPr>
          <a:xfrm>
            <a:off x="9538516" y="3653070"/>
            <a:ext cx="2628718" cy="814255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False-negative rate                </a:t>
            </a:r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1.0000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DCC411F-EF74-D471-1DB9-4DB1A971A0DD}"/>
              </a:ext>
            </a:extLst>
          </p:cNvPr>
          <p:cNvSpPr/>
          <p:nvPr/>
        </p:nvSpPr>
        <p:spPr>
          <a:xfrm>
            <a:off x="6757398" y="3635481"/>
            <a:ext cx="2628718" cy="814255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False-positive rate                </a:t>
            </a:r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0.0000</a:t>
            </a:r>
          </a:p>
        </p:txBody>
      </p:sp>
    </p:spTree>
    <p:extLst>
      <p:ext uri="{BB962C8B-B14F-4D97-AF65-F5344CB8AC3E}">
        <p14:creationId xmlns:p14="http://schemas.microsoft.com/office/powerpoint/2010/main" val="995786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11C09-19C2-F437-DF62-FCDD4EE3C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7E1E88-9825-6BBE-C051-016F2AB2DD09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Application demonstration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16EC59-7328-2580-E483-ADC9905F0BFC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04CBB7C-1DF7-C99A-4DE8-B96EAD809CEA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A61C21-C47B-8F75-53E1-391DD6686E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A11514-D176-E66F-C050-862364241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79" y="1287122"/>
            <a:ext cx="10951028" cy="4471422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3DFCAC9-0543-913A-0A4B-453BD1AE4F6C}"/>
              </a:ext>
            </a:extLst>
          </p:cNvPr>
          <p:cNvSpPr/>
          <p:nvPr/>
        </p:nvSpPr>
        <p:spPr>
          <a:xfrm>
            <a:off x="2060736" y="5884764"/>
            <a:ext cx="8371114" cy="463796"/>
          </a:xfrm>
          <a:prstGeom prst="roundRect">
            <a:avLst/>
          </a:prstGeom>
          <a:ln w="38100"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Unsafe content is blocked before it can become trusted memory.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531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73009-5D76-D419-B819-8133D32BC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1906BD-B6A8-42EC-DF21-954CD5D994D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Controlled evaluation evidence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4D4E2E-99C1-5849-9D79-75716B16E76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17963DE-D1C6-18C9-4062-C99F586C94B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B5FEE2-1BBA-617C-1A49-0650CA6165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263884E-0A9E-DCA2-F739-05BB2B44113E}"/>
              </a:ext>
            </a:extLst>
          </p:cNvPr>
          <p:cNvSpPr/>
          <p:nvPr/>
        </p:nvSpPr>
        <p:spPr>
          <a:xfrm>
            <a:off x="1839668" y="5891659"/>
            <a:ext cx="9510778" cy="463796"/>
          </a:xfrm>
          <a:prstGeom prst="roundRect">
            <a:avLst/>
          </a:prstGeom>
          <a:ln w="38100"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Results were obtained from the controlled 12-scenario evaluation dataset.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9CEA35-F5C9-8264-EB27-38EEDBD3F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97" y="1234637"/>
            <a:ext cx="11555004" cy="443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567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• Long-term memory creates a persistent attack surface for AI agents.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• </a:t>
            </a:r>
            <a:r>
              <a:rPr lang="en-GB" sz="2400" b="0" dirty="0" err="1">
                <a:solidFill>
                  <a:srgbClr val="5583D1"/>
                </a:solidFill>
                <a:latin typeface="+mn-lt"/>
              </a:rPr>
              <a:t>MemPoisonGuard</a:t>
            </a:r>
            <a:r>
              <a:rPr lang="en-GB" sz="2400" b="0" dirty="0">
                <a:solidFill>
                  <a:srgbClr val="5583D1"/>
                </a:solidFill>
                <a:latin typeface="+mn-lt"/>
              </a:rPr>
              <a:t> validates candidate memories before they become trusted persistent context.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• The framework combines provenance, SHA-256 integrity hashing, layered screening, NLI contradiction analysis, trust–risk scoring, and state-based memory governance.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• In the controlled evaluation, all seven malicious candidates were withheld from verified retrieval.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51EA0C-11D8-F016-1A88-73DD0F5D2D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8D5007-4EFF-54E4-AABC-CE2378A0030B}"/>
              </a:ext>
            </a:extLst>
          </p:cNvPr>
          <p:cNvSpPr txBox="1"/>
          <p:nvPr/>
        </p:nvSpPr>
        <p:spPr>
          <a:xfrm>
            <a:off x="2035630" y="5536551"/>
            <a:ext cx="7935686" cy="461665"/>
          </a:xfrm>
          <a:prstGeom prst="rect">
            <a:avLst/>
          </a:prstGeom>
          <a:ln w="38100"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Validate memory before it influences future agent responses.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FAE4-CECD-5538-92C3-0453CB4EA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266008-6E1D-39CA-F9EE-09D03935943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Limitations and Future Work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2FC399-53D8-9021-E323-6D5B42D09892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1096FB-6CFD-4BF1-E505-F682DDBCA0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6F41DE-E0DE-1B92-8096-BB13AC53A5A2}"/>
              </a:ext>
            </a:extLst>
          </p:cNvPr>
          <p:cNvSpPr txBox="1"/>
          <p:nvPr/>
        </p:nvSpPr>
        <p:spPr>
          <a:xfrm>
            <a:off x="6232253" y="1905506"/>
            <a:ext cx="5578748" cy="3416320"/>
          </a:xfrm>
          <a:prstGeom prst="rect">
            <a:avLst/>
          </a:prstGeom>
          <a:ln w="38100"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6"/>
                </a:solidFill>
              </a:rPr>
              <a:t>Future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Larger independent datasets and ablation studies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Multilingual and indirect prompt-injection testing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Authenticated provenance and human-in-the-loop review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Threshold calibration, latency, scalability, and tool-safety evaluation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F82C55-DCD7-5829-D70E-7B63CA645864}"/>
              </a:ext>
            </a:extLst>
          </p:cNvPr>
          <p:cNvSpPr txBox="1"/>
          <p:nvPr/>
        </p:nvSpPr>
        <p:spPr>
          <a:xfrm>
            <a:off x="255996" y="1905506"/>
            <a:ext cx="5578747" cy="3477875"/>
          </a:xfrm>
          <a:prstGeom prst="rect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2"/>
                </a:solidFill>
              </a:rPr>
              <a:t>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Small manually defined evaluation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Rule-based and NLI errors remain possible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Adaptive, multilingual, and obfuscated attacks are challenging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No broad real-world scalability benchmark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145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414298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	I sincerely thank Dr. </a:t>
            </a:r>
            <a:r>
              <a:rPr lang="en-GB" sz="2400" b="0" dirty="0" err="1">
                <a:solidFill>
                  <a:srgbClr val="5583D1"/>
                </a:solidFill>
                <a:latin typeface="+mn-lt"/>
              </a:rPr>
              <a:t>Prasannakumari</a:t>
            </a:r>
            <a:r>
              <a:rPr lang="en-GB" sz="2400" b="0" dirty="0">
                <a:solidFill>
                  <a:srgbClr val="5583D1"/>
                </a:solidFill>
                <a:latin typeface="+mn-lt"/>
              </a:rPr>
              <a:t> V, Professor, Department of Information Technology, Rajalakshmi Engineering College, for her valuable guidance and support throughout this project.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I also extend my sincere gratitude to Dr. Ganesa Ramachandran Arunachalam, L&amp;T </a:t>
            </a:r>
            <a:r>
              <a:rPr lang="en-GB" sz="2400" b="0" dirty="0" err="1">
                <a:solidFill>
                  <a:srgbClr val="5583D1"/>
                </a:solidFill>
                <a:latin typeface="+mn-lt"/>
              </a:rPr>
              <a:t>EduTech</a:t>
            </a:r>
            <a:r>
              <a:rPr lang="en-GB" sz="2400" b="0" dirty="0">
                <a:solidFill>
                  <a:srgbClr val="5583D1"/>
                </a:solidFill>
                <a:latin typeface="+mn-lt"/>
              </a:rPr>
              <a:t>, Chennai, and all the classroom teachers and faculty members for their guidance, teaching, encouragement, and support.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b="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Thank You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b="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Questions and Discussion</a:t>
            </a:r>
            <a:endParaRPr lang="en-US" b="0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948858-7F8B-2580-9390-321CC8B009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[1] S. Dong et al., “Memory injection attacks on LLM agents via query-only interaction,” arXiv:2503.03704, 2025.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[2] OWASP Foundation, “LLM Prompt Injection Prevention Cheat Sheet,” 2026.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[3] NIST, “Secure Hash Standard (SHS),” FIPS PUB 180-4, 2015.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[4] S. R. Bowman et al., “A large annotated corpus for learning natural language inference,” EMNLP, 2015.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[5] NIST, “Artificial Intelligence Risk Management Framework (AI RMF 1.0),” 2023.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B750D0-BCBD-A985-045C-43C105522C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920</Words>
  <Application>Microsoft Office PowerPoint</Application>
  <PresentationFormat>Widescreen</PresentationFormat>
  <Paragraphs>166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Premkumar Sivasankar</cp:lastModifiedBy>
  <cp:revision>17</cp:revision>
  <dcterms:created xsi:type="dcterms:W3CDTF">2024-05-13T10:33:11Z</dcterms:created>
  <dcterms:modified xsi:type="dcterms:W3CDTF">2026-10-05T05:34:24Z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